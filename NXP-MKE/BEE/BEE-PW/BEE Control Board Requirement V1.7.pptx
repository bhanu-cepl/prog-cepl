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Lst>
  <p:notesMasterIdLst>
    <p:notesMasterId r:id="rId34"/>
  </p:notesMasterIdLst>
  <p:handoutMasterIdLst>
    <p:handoutMasterId r:id="rId35"/>
  </p:handoutMasterIdLst>
  <p:sldIdLst>
    <p:sldId id="256" r:id="rId5"/>
    <p:sldId id="265" r:id="rId6"/>
    <p:sldId id="262" r:id="rId7"/>
    <p:sldId id="259" r:id="rId8"/>
    <p:sldId id="263" r:id="rId9"/>
    <p:sldId id="257" r:id="rId10"/>
    <p:sldId id="2147483389" r:id="rId11"/>
    <p:sldId id="2147483350" r:id="rId12"/>
    <p:sldId id="2147483382" r:id="rId13"/>
    <p:sldId id="2147483386" r:id="rId14"/>
    <p:sldId id="2147483379" r:id="rId15"/>
    <p:sldId id="2147483338" r:id="rId16"/>
    <p:sldId id="2147483377" r:id="rId17"/>
    <p:sldId id="2147483412" r:id="rId18"/>
    <p:sldId id="2147483416" r:id="rId19"/>
    <p:sldId id="2147483418" r:id="rId20"/>
    <p:sldId id="2147483415" r:id="rId21"/>
    <p:sldId id="2147483457" r:id="rId22"/>
    <p:sldId id="2147483413" r:id="rId23"/>
    <p:sldId id="2147483417" r:id="rId24"/>
    <p:sldId id="2147483419" r:id="rId25"/>
    <p:sldId id="2147483458" r:id="rId26"/>
    <p:sldId id="2147483459" r:id="rId27"/>
    <p:sldId id="2147483461" r:id="rId28"/>
    <p:sldId id="2147483456" r:id="rId29"/>
    <p:sldId id="2147483460" r:id="rId30"/>
    <p:sldId id="260" r:id="rId31"/>
    <p:sldId id="264" r:id="rId32"/>
    <p:sldId id="258" r:id="rId33"/>
  </p:sldIdLst>
  <p:sldSz cx="12192000" cy="6858000"/>
  <p:notesSz cx="6797675" cy="9928225"/>
  <p:embeddedFontLst>
    <p:embeddedFont>
      <p:font typeface="SKF Sans Office" panose="020B0604020202020204" charset="0"/>
      <p:regular r:id="rId36"/>
      <p:bold r:id="rId37"/>
      <p:italic r:id="rId38"/>
      <p:boldItalic r:id="rId39"/>
    </p:embeddedFont>
    <p:embeddedFont>
      <p:font typeface="SKF Sans Office Medium" panose="020B0604020202020204" charset="0"/>
      <p:regular r:id="rId40"/>
      <p:italic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5F5F64"/>
    <a:srgbClr val="485A64"/>
    <a:srgbClr val="ECECE0"/>
    <a:srgbClr val="FFFFFF"/>
    <a:srgbClr val="264343"/>
    <a:srgbClr val="786251"/>
    <a:srgbClr val="EBF0F0"/>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4AA400-047F-42B5-BD54-F8E8AFE17D71}" v="2" dt="2025-10-17T06:39:37.901"/>
    <p1510:client id="{DB95C98F-EC0A-4CC8-8000-8EFEBCCA3B0F}" v="2" dt="2025-10-17T10:50:46.447"/>
  </p1510:revLst>
</p1510:revInfo>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55" autoAdjust="0"/>
    <p:restoredTop sz="94362" autoAdjust="0"/>
  </p:normalViewPr>
  <p:slideViewPr>
    <p:cSldViewPr snapToGrid="0">
      <p:cViewPr>
        <p:scale>
          <a:sx n="60" d="100"/>
          <a:sy n="60" d="100"/>
        </p:scale>
        <p:origin x="812" y="2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120" d="100"/>
          <a:sy n="120" d="100"/>
        </p:scale>
        <p:origin x="7602" y="12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4.fntdata"/><Relationship Id="rId21" Type="http://schemas.openxmlformats.org/officeDocument/2006/relationships/slide" Target="slides/slide17.xml"/><Relationship Id="rId34" Type="http://schemas.openxmlformats.org/officeDocument/2006/relationships/notesMaster" Target="notesMasters/notesMaster1.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1.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3.fntdata"/><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font" Target="fonts/font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nil Suvarna" userId="44e297ae-3fa8-49d1-929f-fe117ded4351" providerId="ADAL" clId="{BA65ABEE-5DCB-4851-ABF3-0D87668EE36F}"/>
    <pc:docChg chg="custSel addSld modSld modNotesMaster modHandout">
      <pc:chgData name="Sunil Suvarna" userId="44e297ae-3fa8-49d1-929f-fe117ded4351" providerId="ADAL" clId="{BA65ABEE-5DCB-4851-ABF3-0D87668EE36F}" dt="2024-07-05T08:56:43.605" v="266" actId="20577"/>
      <pc:docMkLst>
        <pc:docMk/>
      </pc:docMkLst>
      <pc:sldChg chg="modSp mod">
        <pc:chgData name="Sunil Suvarna" userId="44e297ae-3fa8-49d1-929f-fe117ded4351" providerId="ADAL" clId="{BA65ABEE-5DCB-4851-ABF3-0D87668EE36F}" dt="2024-06-29T03:21:02.113" v="136" actId="14100"/>
        <pc:sldMkLst>
          <pc:docMk/>
          <pc:sldMk cId="3905098546" sldId="256"/>
        </pc:sldMkLst>
      </pc:sldChg>
      <pc:sldChg chg="modSp mod">
        <pc:chgData name="Sunil Suvarna" userId="44e297ae-3fa8-49d1-929f-fe117ded4351" providerId="ADAL" clId="{BA65ABEE-5DCB-4851-ABF3-0D87668EE36F}" dt="2024-06-29T03:21:36.418" v="141" actId="20577"/>
        <pc:sldMkLst>
          <pc:docMk/>
          <pc:sldMk cId="2742095490" sldId="257"/>
        </pc:sldMkLst>
      </pc:sldChg>
      <pc:sldChg chg="modSp mod">
        <pc:chgData name="Sunil Suvarna" userId="44e297ae-3fa8-49d1-929f-fe117ded4351" providerId="ADAL" clId="{BA65ABEE-5DCB-4851-ABF3-0D87668EE36F}" dt="2024-07-05T08:56:43.605" v="266" actId="20577"/>
        <pc:sldMkLst>
          <pc:docMk/>
          <pc:sldMk cId="2124899841" sldId="259"/>
        </pc:sldMkLst>
      </pc:sldChg>
      <pc:sldChg chg="addSp delSp modSp mod">
        <pc:chgData name="Sunil Suvarna" userId="44e297ae-3fa8-49d1-929f-fe117ded4351" providerId="ADAL" clId="{BA65ABEE-5DCB-4851-ABF3-0D87668EE36F}" dt="2024-06-29T03:03:56.347" v="131" actId="1076"/>
        <pc:sldMkLst>
          <pc:docMk/>
          <pc:sldMk cId="2034557610" sldId="262"/>
        </pc:sldMkLst>
      </pc:sldChg>
      <pc:sldChg chg="add">
        <pc:chgData name="Sunil Suvarna" userId="44e297ae-3fa8-49d1-929f-fe117ded4351" providerId="ADAL" clId="{BA65ABEE-5DCB-4851-ABF3-0D87668EE36F}" dt="2024-06-29T02:50:23.171" v="107"/>
        <pc:sldMkLst>
          <pc:docMk/>
          <pc:sldMk cId="4104251895" sldId="263"/>
        </pc:sldMkLst>
      </pc:sldChg>
    </pc:docChg>
  </pc:docChgLst>
  <pc:docChgLst>
    <pc:chgData name="Sunil Suvarna" userId="44e297ae-3fa8-49d1-929f-fe117ded4351" providerId="ADAL" clId="{DBC83FE0-B015-452E-A92E-6F06E67E1B67}"/>
    <pc:docChg chg="undo custSel addSld modSld sldOrd">
      <pc:chgData name="Sunil Suvarna" userId="44e297ae-3fa8-49d1-929f-fe117ded4351" providerId="ADAL" clId="{DBC83FE0-B015-452E-A92E-6F06E67E1B67}" dt="2024-05-30T10:32:47.656" v="2282" actId="20577"/>
      <pc:docMkLst>
        <pc:docMk/>
      </pc:docMkLst>
      <pc:sldChg chg="modSp mod">
        <pc:chgData name="Sunil Suvarna" userId="44e297ae-3fa8-49d1-929f-fe117ded4351" providerId="ADAL" clId="{DBC83FE0-B015-452E-A92E-6F06E67E1B67}" dt="2024-05-30T10:32:47.656" v="2282" actId="20577"/>
        <pc:sldMkLst>
          <pc:docMk/>
          <pc:sldMk cId="3905098546" sldId="256"/>
        </pc:sldMkLst>
      </pc:sldChg>
      <pc:sldChg chg="modSp mod">
        <pc:chgData name="Sunil Suvarna" userId="44e297ae-3fa8-49d1-929f-fe117ded4351" providerId="ADAL" clId="{DBC83FE0-B015-452E-A92E-6F06E67E1B67}" dt="2024-05-30T02:00:47.364" v="1207" actId="20577"/>
        <pc:sldMkLst>
          <pc:docMk/>
          <pc:sldMk cId="2742095490" sldId="257"/>
        </pc:sldMkLst>
      </pc:sldChg>
      <pc:sldChg chg="addSp modSp mod">
        <pc:chgData name="Sunil Suvarna" userId="44e297ae-3fa8-49d1-929f-fe117ded4351" providerId="ADAL" clId="{DBC83FE0-B015-452E-A92E-6F06E67E1B67}" dt="2024-05-30T10:22:38.168" v="2255" actId="1076"/>
        <pc:sldMkLst>
          <pc:docMk/>
          <pc:sldMk cId="2124899841" sldId="259"/>
        </pc:sldMkLst>
      </pc:sldChg>
      <pc:sldChg chg="modSp add mod">
        <pc:chgData name="Sunil Suvarna" userId="44e297ae-3fa8-49d1-929f-fe117ded4351" providerId="ADAL" clId="{DBC83FE0-B015-452E-A92E-6F06E67E1B67}" dt="2024-05-30T10:23:57.014" v="2271" actId="20577"/>
        <pc:sldMkLst>
          <pc:docMk/>
          <pc:sldMk cId="1982036" sldId="260"/>
        </pc:sldMkLst>
      </pc:sldChg>
      <pc:sldChg chg="addSp delSp modSp add mod">
        <pc:chgData name="Sunil Suvarna" userId="44e297ae-3fa8-49d1-929f-fe117ded4351" providerId="ADAL" clId="{DBC83FE0-B015-452E-A92E-6F06E67E1B67}" dt="2024-05-30T10:26:26.632" v="2278" actId="14734"/>
        <pc:sldMkLst>
          <pc:docMk/>
          <pc:sldMk cId="897276193" sldId="261"/>
        </pc:sldMkLst>
      </pc:sldChg>
      <pc:sldChg chg="addSp delSp modSp add mod ord">
        <pc:chgData name="Sunil Suvarna" userId="44e297ae-3fa8-49d1-929f-fe117ded4351" providerId="ADAL" clId="{DBC83FE0-B015-452E-A92E-6F06E67E1B67}" dt="2024-05-30T10:17:32.607" v="2203" actId="20577"/>
        <pc:sldMkLst>
          <pc:docMk/>
          <pc:sldMk cId="2034557610" sldId="262"/>
        </pc:sldMkLst>
      </pc:sldChg>
    </pc:docChg>
  </pc:docChgLst>
  <pc:docChgLst>
    <pc:chgData name="Sunil Suvarna" userId="44e297ae-3fa8-49d1-929f-fe117ded4351" providerId="ADAL" clId="{DB95C98F-EC0A-4CC8-8000-8EFEBCCA3B0F}"/>
    <pc:docChg chg="undo custSel delSld modSld sldOrd">
      <pc:chgData name="Sunil Suvarna" userId="44e297ae-3fa8-49d1-929f-fe117ded4351" providerId="ADAL" clId="{DB95C98F-EC0A-4CC8-8000-8EFEBCCA3B0F}" dt="2025-10-17T10:52:19.111" v="220" actId="2"/>
      <pc:docMkLst>
        <pc:docMk/>
      </pc:docMkLst>
      <pc:sldChg chg="modSp mod">
        <pc:chgData name="Sunil Suvarna" userId="44e297ae-3fa8-49d1-929f-fe117ded4351" providerId="ADAL" clId="{DB95C98F-EC0A-4CC8-8000-8EFEBCCA3B0F}" dt="2025-10-17T10:37:45.742" v="177" actId="20577"/>
        <pc:sldMkLst>
          <pc:docMk/>
          <pc:sldMk cId="4104251895" sldId="263"/>
        </pc:sldMkLst>
        <pc:graphicFrameChg chg="modGraphic">
          <ac:chgData name="Sunil Suvarna" userId="44e297ae-3fa8-49d1-929f-fe117ded4351" providerId="ADAL" clId="{DB95C98F-EC0A-4CC8-8000-8EFEBCCA3B0F}" dt="2025-10-17T10:37:45.742" v="177" actId="20577"/>
          <ac:graphicFrameMkLst>
            <pc:docMk/>
            <pc:sldMk cId="4104251895" sldId="263"/>
            <ac:graphicFrameMk id="3" creationId="{7D879BCC-3B20-28A2-C3F3-BBB37C15DA2F}"/>
          </ac:graphicFrameMkLst>
        </pc:graphicFrameChg>
      </pc:sldChg>
      <pc:sldChg chg="del">
        <pc:chgData name="Sunil Suvarna" userId="44e297ae-3fa8-49d1-929f-fe117ded4351" providerId="ADAL" clId="{DB95C98F-EC0A-4CC8-8000-8EFEBCCA3B0F}" dt="2025-10-17T10:28:09.554" v="0" actId="47"/>
        <pc:sldMkLst>
          <pc:docMk/>
          <pc:sldMk cId="342465122" sldId="267"/>
        </pc:sldMkLst>
      </pc:sldChg>
      <pc:sldChg chg="modSp mod">
        <pc:chgData name="Sunil Suvarna" userId="44e297ae-3fa8-49d1-929f-fe117ded4351" providerId="ADAL" clId="{DB95C98F-EC0A-4CC8-8000-8EFEBCCA3B0F}" dt="2025-10-17T10:47:48.958" v="195" actId="2"/>
        <pc:sldMkLst>
          <pc:docMk/>
          <pc:sldMk cId="1995905927" sldId="2147483377"/>
        </pc:sldMkLst>
        <pc:spChg chg="mod">
          <ac:chgData name="Sunil Suvarna" userId="44e297ae-3fa8-49d1-929f-fe117ded4351" providerId="ADAL" clId="{DB95C98F-EC0A-4CC8-8000-8EFEBCCA3B0F}" dt="2025-10-17T10:47:48.958" v="195" actId="2"/>
          <ac:spMkLst>
            <pc:docMk/>
            <pc:sldMk cId="1995905927" sldId="2147483377"/>
            <ac:spMk id="2" creationId="{24204BB7-1184-9C51-1F7C-3B4ABEA999C5}"/>
          </ac:spMkLst>
        </pc:spChg>
      </pc:sldChg>
      <pc:sldChg chg="del">
        <pc:chgData name="Sunil Suvarna" userId="44e297ae-3fa8-49d1-929f-fe117ded4351" providerId="ADAL" clId="{DB95C98F-EC0A-4CC8-8000-8EFEBCCA3B0F}" dt="2025-10-17T10:42:16.529" v="178" actId="47"/>
        <pc:sldMkLst>
          <pc:docMk/>
          <pc:sldMk cId="2247536618" sldId="2147483380"/>
        </pc:sldMkLst>
      </pc:sldChg>
      <pc:sldChg chg="modSp mod ord">
        <pc:chgData name="Sunil Suvarna" userId="44e297ae-3fa8-49d1-929f-fe117ded4351" providerId="ADAL" clId="{DB95C98F-EC0A-4CC8-8000-8EFEBCCA3B0F}" dt="2025-10-17T10:47:45.577" v="187" actId="2"/>
        <pc:sldMkLst>
          <pc:docMk/>
          <pc:sldMk cId="3585272506" sldId="2147483382"/>
        </pc:sldMkLst>
        <pc:spChg chg="mod">
          <ac:chgData name="Sunil Suvarna" userId="44e297ae-3fa8-49d1-929f-fe117ded4351" providerId="ADAL" clId="{DB95C98F-EC0A-4CC8-8000-8EFEBCCA3B0F}" dt="2025-10-17T10:47:45.577" v="187" actId="2"/>
          <ac:spMkLst>
            <pc:docMk/>
            <pc:sldMk cId="3585272506" sldId="2147483382"/>
            <ac:spMk id="2185" creationId="{CE3F9E6B-1DEE-7381-B85B-FDB046762F9E}"/>
          </ac:spMkLst>
        </pc:spChg>
      </pc:sldChg>
      <pc:sldChg chg="modSp mod ord">
        <pc:chgData name="Sunil Suvarna" userId="44e297ae-3fa8-49d1-929f-fe117ded4351" providerId="ADAL" clId="{DB95C98F-EC0A-4CC8-8000-8EFEBCCA3B0F}" dt="2025-10-17T10:47:48.762" v="194" actId="2"/>
        <pc:sldMkLst>
          <pc:docMk/>
          <pc:sldMk cId="3619883054" sldId="2147483386"/>
        </pc:sldMkLst>
        <pc:spChg chg="mod">
          <ac:chgData name="Sunil Suvarna" userId="44e297ae-3fa8-49d1-929f-fe117ded4351" providerId="ADAL" clId="{DB95C98F-EC0A-4CC8-8000-8EFEBCCA3B0F}" dt="2025-10-17T10:47:48.762" v="194" actId="2"/>
          <ac:spMkLst>
            <pc:docMk/>
            <pc:sldMk cId="3619883054" sldId="2147483386"/>
            <ac:spMk id="22" creationId="{6045AC67-54A7-C988-47CC-91CC376E4FA0}"/>
          </ac:spMkLst>
        </pc:spChg>
        <pc:spChg chg="mod">
          <ac:chgData name="Sunil Suvarna" userId="44e297ae-3fa8-49d1-929f-fe117ded4351" providerId="ADAL" clId="{DB95C98F-EC0A-4CC8-8000-8EFEBCCA3B0F}" dt="2025-10-17T10:47:48.589" v="193" actId="2"/>
          <ac:spMkLst>
            <pc:docMk/>
            <pc:sldMk cId="3619883054" sldId="2147483386"/>
            <ac:spMk id="2153" creationId="{1DD56BF8-CA2C-9A29-73D8-8C3101B7513C}"/>
          </ac:spMkLst>
        </pc:spChg>
        <pc:spChg chg="mod">
          <ac:chgData name="Sunil Suvarna" userId="44e297ae-3fa8-49d1-929f-fe117ded4351" providerId="ADAL" clId="{DB95C98F-EC0A-4CC8-8000-8EFEBCCA3B0F}" dt="2025-10-17T10:47:48.421" v="192" actId="2"/>
          <ac:spMkLst>
            <pc:docMk/>
            <pc:sldMk cId="3619883054" sldId="2147483386"/>
            <ac:spMk id="2185" creationId="{CC3CFA53-D096-BE36-2251-265B475ADC32}"/>
          </ac:spMkLst>
        </pc:spChg>
      </pc:sldChg>
      <pc:sldChg chg="modSp mod">
        <pc:chgData name="Sunil Suvarna" userId="44e297ae-3fa8-49d1-929f-fe117ded4351" providerId="ADAL" clId="{DB95C98F-EC0A-4CC8-8000-8EFEBCCA3B0F}" dt="2025-10-17T10:50:51.757" v="200" actId="2"/>
        <pc:sldMkLst>
          <pc:docMk/>
          <pc:sldMk cId="2572875430" sldId="2147483417"/>
        </pc:sldMkLst>
        <pc:spChg chg="mod">
          <ac:chgData name="Sunil Suvarna" userId="44e297ae-3fa8-49d1-929f-fe117ded4351" providerId="ADAL" clId="{DB95C98F-EC0A-4CC8-8000-8EFEBCCA3B0F}" dt="2025-10-17T10:50:51.757" v="200" actId="2"/>
          <ac:spMkLst>
            <pc:docMk/>
            <pc:sldMk cId="2572875430" sldId="2147483417"/>
            <ac:spMk id="14" creationId="{F7883816-29C5-A620-EF50-3976E1F371CF}"/>
          </ac:spMkLst>
        </pc:spChg>
      </pc:sldChg>
      <pc:sldChg chg="modSp mod">
        <pc:chgData name="Sunil Suvarna" userId="44e297ae-3fa8-49d1-929f-fe117ded4351" providerId="ADAL" clId="{DB95C98F-EC0A-4CC8-8000-8EFEBCCA3B0F}" dt="2025-10-17T10:47:49.193" v="196" actId="2"/>
        <pc:sldMkLst>
          <pc:docMk/>
          <pc:sldMk cId="1947386309" sldId="2147483418"/>
        </pc:sldMkLst>
        <pc:spChg chg="mod">
          <ac:chgData name="Sunil Suvarna" userId="44e297ae-3fa8-49d1-929f-fe117ded4351" providerId="ADAL" clId="{DB95C98F-EC0A-4CC8-8000-8EFEBCCA3B0F}" dt="2025-10-17T10:47:49.193" v="196" actId="2"/>
          <ac:spMkLst>
            <pc:docMk/>
            <pc:sldMk cId="1947386309" sldId="2147483418"/>
            <ac:spMk id="12" creationId="{A901FFAB-1AC3-3AE0-7CC9-C17761A07D00}"/>
          </ac:spMkLst>
        </pc:spChg>
      </pc:sldChg>
      <pc:sldChg chg="modSp mod">
        <pc:chgData name="Sunil Suvarna" userId="44e297ae-3fa8-49d1-929f-fe117ded4351" providerId="ADAL" clId="{DB95C98F-EC0A-4CC8-8000-8EFEBCCA3B0F}" dt="2025-10-17T10:50:53.128" v="201" actId="2"/>
        <pc:sldMkLst>
          <pc:docMk/>
          <pc:sldMk cId="354026360" sldId="2147483458"/>
        </pc:sldMkLst>
        <pc:spChg chg="mod">
          <ac:chgData name="Sunil Suvarna" userId="44e297ae-3fa8-49d1-929f-fe117ded4351" providerId="ADAL" clId="{DB95C98F-EC0A-4CC8-8000-8EFEBCCA3B0F}" dt="2025-10-17T10:50:53.128" v="201" actId="2"/>
          <ac:spMkLst>
            <pc:docMk/>
            <pc:sldMk cId="354026360" sldId="2147483458"/>
            <ac:spMk id="14" creationId="{BA71A76E-6E91-C4B8-16E5-80D6BB034226}"/>
          </ac:spMkLst>
        </pc:spChg>
      </pc:sldChg>
      <pc:sldChg chg="modSp mod">
        <pc:chgData name="Sunil Suvarna" userId="44e297ae-3fa8-49d1-929f-fe117ded4351" providerId="ADAL" clId="{DB95C98F-EC0A-4CC8-8000-8EFEBCCA3B0F}" dt="2025-10-17T10:50:54.265" v="202" actId="2"/>
        <pc:sldMkLst>
          <pc:docMk/>
          <pc:sldMk cId="200181881" sldId="2147483459"/>
        </pc:sldMkLst>
        <pc:spChg chg="mod">
          <ac:chgData name="Sunil Suvarna" userId="44e297ae-3fa8-49d1-929f-fe117ded4351" providerId="ADAL" clId="{DB95C98F-EC0A-4CC8-8000-8EFEBCCA3B0F}" dt="2025-10-17T10:50:54.265" v="202" actId="2"/>
          <ac:spMkLst>
            <pc:docMk/>
            <pc:sldMk cId="200181881" sldId="2147483459"/>
            <ac:spMk id="14" creationId="{0059525A-7D19-0E0B-9C27-1A5F0BA596CC}"/>
          </ac:spMkLst>
        </pc:spChg>
      </pc:sldChg>
      <pc:sldChg chg="modSp mod">
        <pc:chgData name="Sunil Suvarna" userId="44e297ae-3fa8-49d1-929f-fe117ded4351" providerId="ADAL" clId="{DB95C98F-EC0A-4CC8-8000-8EFEBCCA3B0F}" dt="2025-10-17T10:52:19.111" v="220" actId="2"/>
        <pc:sldMkLst>
          <pc:docMk/>
          <pc:sldMk cId="1721887269" sldId="2147483461"/>
        </pc:sldMkLst>
        <pc:spChg chg="mod">
          <ac:chgData name="Sunil Suvarna" userId="44e297ae-3fa8-49d1-929f-fe117ded4351" providerId="ADAL" clId="{DB95C98F-EC0A-4CC8-8000-8EFEBCCA3B0F}" dt="2025-10-17T10:52:19.111" v="220" actId="2"/>
          <ac:spMkLst>
            <pc:docMk/>
            <pc:sldMk cId="1721887269" sldId="2147483461"/>
            <ac:spMk id="3" creationId="{46C986DD-D236-52FA-9D6B-61BD2D5D5C69}"/>
          </ac:spMkLst>
        </pc:spChg>
      </pc:sldChg>
      <pc:sldChg chg="del">
        <pc:chgData name="Sunil Suvarna" userId="44e297ae-3fa8-49d1-929f-fe117ded4351" providerId="ADAL" clId="{DB95C98F-EC0A-4CC8-8000-8EFEBCCA3B0F}" dt="2025-10-17T10:31:52.569" v="1" actId="47"/>
        <pc:sldMkLst>
          <pc:docMk/>
          <pc:sldMk cId="348309737" sldId="2147483462"/>
        </pc:sldMkLst>
      </pc:sldChg>
    </pc:docChg>
  </pc:docChgLst>
  <pc:docChgLst>
    <pc:chgData name="Sunil Suvarna" userId="44e297ae-3fa8-49d1-929f-fe117ded4351" providerId="ADAL" clId="{F870C84A-CEC9-4B1C-B9E3-8017F0C28DE6}"/>
    <pc:docChg chg="modSld">
      <pc:chgData name="Sunil Suvarna" userId="44e297ae-3fa8-49d1-929f-fe117ded4351" providerId="ADAL" clId="{F870C84A-CEC9-4B1C-B9E3-8017F0C28DE6}" dt="2024-06-20T06:44:01.639" v="21" actId="20577"/>
      <pc:docMkLst>
        <pc:docMk/>
      </pc:docMkLst>
      <pc:sldChg chg="modSp mod">
        <pc:chgData name="Sunil Suvarna" userId="44e297ae-3fa8-49d1-929f-fe117ded4351" providerId="ADAL" clId="{F870C84A-CEC9-4B1C-B9E3-8017F0C28DE6}" dt="2024-06-20T06:44:01.639" v="21" actId="20577"/>
        <pc:sldMkLst>
          <pc:docMk/>
          <pc:sldMk cId="2124899841" sldId="259"/>
        </pc:sldMkLst>
      </pc:sldChg>
    </pc:docChg>
  </pc:docChgLst>
  <pc:docChgLst>
    <pc:chgData name="Sunil Suvarna" userId="44e297ae-3fa8-49d1-929f-fe117ded4351" providerId="ADAL" clId="{84EBF12A-5A74-41D5-978C-D5812C9F56F1}"/>
    <pc:docChg chg="modSld">
      <pc:chgData name="Sunil Suvarna" userId="44e297ae-3fa8-49d1-929f-fe117ded4351" providerId="ADAL" clId="{84EBF12A-5A74-41D5-978C-D5812C9F56F1}" dt="2025-07-07T09:03:51.021" v="3" actId="20577"/>
      <pc:docMkLst>
        <pc:docMk/>
      </pc:docMkLst>
      <pc:sldChg chg="modSp">
        <pc:chgData name="Sunil Suvarna" userId="44e297ae-3fa8-49d1-929f-fe117ded4351" providerId="ADAL" clId="{84EBF12A-5A74-41D5-978C-D5812C9F56F1}" dt="2025-07-07T09:03:51.021" v="3" actId="20577"/>
        <pc:sldMkLst>
          <pc:docMk/>
          <pc:sldMk cId="342465122" sldId="267"/>
        </pc:sldMkLst>
      </pc:sldChg>
    </pc:docChg>
  </pc:docChgLst>
  <pc:docChgLst>
    <pc:chgData name="Sunil Suvarna" userId="44e297ae-3fa8-49d1-929f-fe117ded4351" providerId="ADAL" clId="{BC95AFA0-3734-44E1-82E3-70F97545F2FE}"/>
    <pc:docChg chg="undo custSel addSld modSld sldOrd">
      <pc:chgData name="Sunil Suvarna" userId="44e297ae-3fa8-49d1-929f-fe117ded4351" providerId="ADAL" clId="{BC95AFA0-3734-44E1-82E3-70F97545F2FE}" dt="2024-07-09T09:18:57.184" v="3638" actId="20577"/>
      <pc:docMkLst>
        <pc:docMk/>
      </pc:docMkLst>
      <pc:sldChg chg="modSp mod ord">
        <pc:chgData name="Sunil Suvarna" userId="44e297ae-3fa8-49d1-929f-fe117ded4351" providerId="ADAL" clId="{BC95AFA0-3734-44E1-82E3-70F97545F2FE}" dt="2024-07-09T08:47:33.971" v="3464" actId="20577"/>
        <pc:sldMkLst>
          <pc:docMk/>
          <pc:sldMk cId="3905098546" sldId="256"/>
        </pc:sldMkLst>
      </pc:sldChg>
      <pc:sldChg chg="modSp mod">
        <pc:chgData name="Sunil Suvarna" userId="44e297ae-3fa8-49d1-929f-fe117ded4351" providerId="ADAL" clId="{BC95AFA0-3734-44E1-82E3-70F97545F2FE}" dt="2024-07-08T10:23:20.461" v="1505" actId="20577"/>
        <pc:sldMkLst>
          <pc:docMk/>
          <pc:sldMk cId="2742095490" sldId="257"/>
        </pc:sldMkLst>
      </pc:sldChg>
      <pc:sldChg chg="addSp modSp mod">
        <pc:chgData name="Sunil Suvarna" userId="44e297ae-3fa8-49d1-929f-fe117ded4351" providerId="ADAL" clId="{BC95AFA0-3734-44E1-82E3-70F97545F2FE}" dt="2024-07-09T09:14:21.869" v="3623" actId="1076"/>
        <pc:sldMkLst>
          <pc:docMk/>
          <pc:sldMk cId="2124899841" sldId="259"/>
        </pc:sldMkLst>
      </pc:sldChg>
      <pc:sldChg chg="modSp mod">
        <pc:chgData name="Sunil Suvarna" userId="44e297ae-3fa8-49d1-929f-fe117ded4351" providerId="ADAL" clId="{BC95AFA0-3734-44E1-82E3-70F97545F2FE}" dt="2024-07-09T09:08:57.191" v="3622" actId="1076"/>
        <pc:sldMkLst>
          <pc:docMk/>
          <pc:sldMk cId="1982036" sldId="260"/>
        </pc:sldMkLst>
      </pc:sldChg>
      <pc:sldChg chg="modSp mod">
        <pc:chgData name="Sunil Suvarna" userId="44e297ae-3fa8-49d1-929f-fe117ded4351" providerId="ADAL" clId="{BC95AFA0-3734-44E1-82E3-70F97545F2FE}" dt="2024-07-08T10:01:21.329" v="1428" actId="1076"/>
        <pc:sldMkLst>
          <pc:docMk/>
          <pc:sldMk cId="897276193" sldId="261"/>
        </pc:sldMkLst>
      </pc:sldChg>
      <pc:sldChg chg="addSp delSp modSp mod">
        <pc:chgData name="Sunil Suvarna" userId="44e297ae-3fa8-49d1-929f-fe117ded4351" providerId="ADAL" clId="{BC95AFA0-3734-44E1-82E3-70F97545F2FE}" dt="2024-07-09T09:17:15.993" v="3636" actId="255"/>
        <pc:sldMkLst>
          <pc:docMk/>
          <pc:sldMk cId="2034557610" sldId="262"/>
        </pc:sldMkLst>
      </pc:sldChg>
      <pc:sldChg chg="modSp mod">
        <pc:chgData name="Sunil Suvarna" userId="44e297ae-3fa8-49d1-929f-fe117ded4351" providerId="ADAL" clId="{BC95AFA0-3734-44E1-82E3-70F97545F2FE}" dt="2024-07-08T09:58:26.838" v="1417" actId="1076"/>
        <pc:sldMkLst>
          <pc:docMk/>
          <pc:sldMk cId="4104251895" sldId="263"/>
        </pc:sldMkLst>
      </pc:sldChg>
      <pc:sldChg chg="addSp delSp modSp add mod ord">
        <pc:chgData name="Sunil Suvarna" userId="44e297ae-3fa8-49d1-929f-fe117ded4351" providerId="ADAL" clId="{BC95AFA0-3734-44E1-82E3-70F97545F2FE}" dt="2024-07-09T08:45:44.359" v="3441" actId="14100"/>
        <pc:sldMkLst>
          <pc:docMk/>
          <pc:sldMk cId="2104378821" sldId="264"/>
        </pc:sldMkLst>
      </pc:sldChg>
      <pc:sldChg chg="addSp delSp modSp add mod ord">
        <pc:chgData name="Sunil Suvarna" userId="44e297ae-3fa8-49d1-929f-fe117ded4351" providerId="ADAL" clId="{BC95AFA0-3734-44E1-82E3-70F97545F2FE}" dt="2024-07-09T09:18:57.184" v="3638" actId="20577"/>
        <pc:sldMkLst>
          <pc:docMk/>
          <pc:sldMk cId="2823557841" sldId="265"/>
        </pc:sldMkLst>
      </pc:sldChg>
    </pc:docChg>
  </pc:docChgLst>
  <pc:docChgLst>
    <pc:chgData name="Sunil Suvarna" userId="44e297ae-3fa8-49d1-929f-fe117ded4351" providerId="ADAL" clId="{AC95494B-D659-47D2-8FE4-3EF35932A6A3}"/>
    <pc:docChg chg="undo redo custSel addSld delSld modSld sldOrd">
      <pc:chgData name="Sunil Suvarna" userId="44e297ae-3fa8-49d1-929f-fe117ded4351" providerId="ADAL" clId="{AC95494B-D659-47D2-8FE4-3EF35932A6A3}" dt="2025-01-03T09:40:52.791" v="4174" actId="33524"/>
      <pc:docMkLst>
        <pc:docMk/>
      </pc:docMkLst>
      <pc:sldChg chg="modSp mod">
        <pc:chgData name="Sunil Suvarna" userId="44e297ae-3fa8-49d1-929f-fe117ded4351" providerId="ADAL" clId="{AC95494B-D659-47D2-8FE4-3EF35932A6A3}" dt="2025-01-03T09:13:23.986" v="4000" actId="947"/>
        <pc:sldMkLst>
          <pc:docMk/>
          <pc:sldMk cId="3905098546" sldId="256"/>
        </pc:sldMkLst>
      </pc:sldChg>
      <pc:sldChg chg="modSp mod">
        <pc:chgData name="Sunil Suvarna" userId="44e297ae-3fa8-49d1-929f-fe117ded4351" providerId="ADAL" clId="{AC95494B-D659-47D2-8FE4-3EF35932A6A3}" dt="2025-01-03T08:13:02.608" v="3997" actId="20577"/>
        <pc:sldMkLst>
          <pc:docMk/>
          <pc:sldMk cId="2742095490" sldId="257"/>
        </pc:sldMkLst>
      </pc:sldChg>
      <pc:sldChg chg="addSp delSp modSp mod">
        <pc:chgData name="Sunil Suvarna" userId="44e297ae-3fa8-49d1-929f-fe117ded4351" providerId="ADAL" clId="{AC95494B-D659-47D2-8FE4-3EF35932A6A3}" dt="2025-01-03T09:39:12.196" v="4166"/>
        <pc:sldMkLst>
          <pc:docMk/>
          <pc:sldMk cId="2124899841" sldId="259"/>
        </pc:sldMkLst>
      </pc:sldChg>
      <pc:sldChg chg="addSp delSp modSp mod ord">
        <pc:chgData name="Sunil Suvarna" userId="44e297ae-3fa8-49d1-929f-fe117ded4351" providerId="ADAL" clId="{AC95494B-D659-47D2-8FE4-3EF35932A6A3}" dt="2025-01-03T07:59:32.047" v="3963" actId="20577"/>
        <pc:sldMkLst>
          <pc:docMk/>
          <pc:sldMk cId="1982036" sldId="260"/>
        </pc:sldMkLst>
      </pc:sldChg>
      <pc:sldChg chg="addSp delSp modSp mod ord">
        <pc:chgData name="Sunil Suvarna" userId="44e297ae-3fa8-49d1-929f-fe117ded4351" providerId="ADAL" clId="{AC95494B-D659-47D2-8FE4-3EF35932A6A3}" dt="2025-01-03T09:40:52.791" v="4174" actId="33524"/>
        <pc:sldMkLst>
          <pc:docMk/>
          <pc:sldMk cId="897276193" sldId="261"/>
        </pc:sldMkLst>
      </pc:sldChg>
      <pc:sldChg chg="addSp delSp modSp mod">
        <pc:chgData name="Sunil Suvarna" userId="44e297ae-3fa8-49d1-929f-fe117ded4351" providerId="ADAL" clId="{AC95494B-D659-47D2-8FE4-3EF35932A6A3}" dt="2025-01-03T03:25:25.217" v="3413" actId="1076"/>
        <pc:sldMkLst>
          <pc:docMk/>
          <pc:sldMk cId="2034557610" sldId="262"/>
        </pc:sldMkLst>
      </pc:sldChg>
      <pc:sldChg chg="addSp delSp modSp mod">
        <pc:chgData name="Sunil Suvarna" userId="44e297ae-3fa8-49d1-929f-fe117ded4351" providerId="ADAL" clId="{AC95494B-D659-47D2-8FE4-3EF35932A6A3}" dt="2025-01-03T08:01:54.390" v="3965" actId="20577"/>
        <pc:sldMkLst>
          <pc:docMk/>
          <pc:sldMk cId="4104251895" sldId="263"/>
        </pc:sldMkLst>
      </pc:sldChg>
      <pc:sldChg chg="addSp delSp modSp add mod">
        <pc:chgData name="Sunil Suvarna" userId="44e297ae-3fa8-49d1-929f-fe117ded4351" providerId="ADAL" clId="{AC95494B-D659-47D2-8FE4-3EF35932A6A3}" dt="2025-01-03T05:43:34.494" v="3854"/>
        <pc:sldMkLst>
          <pc:docMk/>
          <pc:sldMk cId="3797606879" sldId="264"/>
        </pc:sldMkLst>
      </pc:sldChg>
      <pc:sldChg chg="addSp delSp modSp new mod setBg">
        <pc:chgData name="Sunil Suvarna" userId="44e297ae-3fa8-49d1-929f-fe117ded4351" providerId="ADAL" clId="{AC95494B-D659-47D2-8FE4-3EF35932A6A3}" dt="2025-01-03T08:05:11.803" v="3991" actId="1076"/>
        <pc:sldMkLst>
          <pc:docMk/>
          <pc:sldMk cId="2118401424" sldId="265"/>
        </pc:sldMkLst>
      </pc:sldChg>
      <pc:sldChg chg="del">
        <pc:chgData name="Sunil Suvarna" userId="44e297ae-3fa8-49d1-929f-fe117ded4351" providerId="ADAL" clId="{AC95494B-D659-47D2-8FE4-3EF35932A6A3}" dt="2025-01-01T03:01:26.697" v="18" actId="47"/>
        <pc:sldMkLst>
          <pc:docMk/>
          <pc:sldMk cId="2823557841" sldId="265"/>
        </pc:sldMkLst>
      </pc:sldChg>
    </pc:docChg>
  </pc:docChgLst>
  <pc:docChgLst>
    <pc:chgData name="Sunil Suvarna" userId="44e297ae-3fa8-49d1-929f-fe117ded4351" providerId="ADAL" clId="{7A4AA400-047F-42B5-BD54-F8E8AFE17D71}"/>
    <pc:docChg chg="undo custSel addSld delSld modSld sldOrd">
      <pc:chgData name="Sunil Suvarna" userId="44e297ae-3fa8-49d1-929f-fe117ded4351" providerId="ADAL" clId="{7A4AA400-047F-42B5-BD54-F8E8AFE17D71}" dt="2025-10-17T06:49:54.603" v="45" actId="20577"/>
      <pc:docMkLst>
        <pc:docMk/>
      </pc:docMkLst>
      <pc:sldChg chg="modSp mod">
        <pc:chgData name="Sunil Suvarna" userId="44e297ae-3fa8-49d1-929f-fe117ded4351" providerId="ADAL" clId="{7A4AA400-047F-42B5-BD54-F8E8AFE17D71}" dt="2025-10-17T06:49:54.603" v="45" actId="20577"/>
        <pc:sldMkLst>
          <pc:docMk/>
          <pc:sldMk cId="3905098546" sldId="256"/>
        </pc:sldMkLst>
        <pc:spChg chg="mod">
          <ac:chgData name="Sunil Suvarna" userId="44e297ae-3fa8-49d1-929f-fe117ded4351" providerId="ADAL" clId="{7A4AA400-047F-42B5-BD54-F8E8AFE17D71}" dt="2025-10-17T06:49:54.603" v="45" actId="20577"/>
          <ac:spMkLst>
            <pc:docMk/>
            <pc:sldMk cId="3905098546" sldId="256"/>
            <ac:spMk id="3" creationId="{781EBACC-B40D-DED2-8E04-C6292D75577A}"/>
          </ac:spMkLst>
        </pc:spChg>
      </pc:sldChg>
      <pc:sldChg chg="modSp mod">
        <pc:chgData name="Sunil Suvarna" userId="44e297ae-3fa8-49d1-929f-fe117ded4351" providerId="ADAL" clId="{7A4AA400-047F-42B5-BD54-F8E8AFE17D71}" dt="2025-10-17T06:42:41.522" v="33" actId="20577"/>
        <pc:sldMkLst>
          <pc:docMk/>
          <pc:sldMk cId="2124899841" sldId="259"/>
        </pc:sldMkLst>
        <pc:graphicFrameChg chg="modGraphic">
          <ac:chgData name="Sunil Suvarna" userId="44e297ae-3fa8-49d1-929f-fe117ded4351" providerId="ADAL" clId="{7A4AA400-047F-42B5-BD54-F8E8AFE17D71}" dt="2025-10-17T06:42:41.522" v="33" actId="20577"/>
          <ac:graphicFrameMkLst>
            <pc:docMk/>
            <pc:sldMk cId="2124899841" sldId="259"/>
            <ac:graphicFrameMk id="4" creationId="{3091D0D0-A708-1CB1-0819-F30FF1DEF3A3}"/>
          </ac:graphicFrameMkLst>
        </pc:graphicFrameChg>
      </pc:sldChg>
      <pc:sldChg chg="addSp delSp modSp mod">
        <pc:chgData name="Sunil Suvarna" userId="44e297ae-3fa8-49d1-929f-fe117ded4351" providerId="ADAL" clId="{7A4AA400-047F-42B5-BD54-F8E8AFE17D71}" dt="2025-10-17T06:42:15.255" v="31" actId="1076"/>
        <pc:sldMkLst>
          <pc:docMk/>
          <pc:sldMk cId="2034557610" sldId="262"/>
        </pc:sldMkLst>
        <pc:picChg chg="add mod">
          <ac:chgData name="Sunil Suvarna" userId="44e297ae-3fa8-49d1-929f-fe117ded4351" providerId="ADAL" clId="{7A4AA400-047F-42B5-BD54-F8E8AFE17D71}" dt="2025-10-17T06:42:15.255" v="31" actId="1076"/>
          <ac:picMkLst>
            <pc:docMk/>
            <pc:sldMk cId="2034557610" sldId="262"/>
            <ac:picMk id="4" creationId="{453528A8-E083-1C04-74DC-5AD798F722E1}"/>
          </ac:picMkLst>
        </pc:picChg>
        <pc:picChg chg="del">
          <ac:chgData name="Sunil Suvarna" userId="44e297ae-3fa8-49d1-929f-fe117ded4351" providerId="ADAL" clId="{7A4AA400-047F-42B5-BD54-F8E8AFE17D71}" dt="2025-10-17T06:41:44.883" v="29" actId="478"/>
          <ac:picMkLst>
            <pc:docMk/>
            <pc:sldMk cId="2034557610" sldId="262"/>
            <ac:picMk id="5" creationId="{BB190F27-FB07-850C-EB78-DBAC03B56D60}"/>
          </ac:picMkLst>
        </pc:picChg>
      </pc:sldChg>
      <pc:sldChg chg="add del">
        <pc:chgData name="Sunil Suvarna" userId="44e297ae-3fa8-49d1-929f-fe117ded4351" providerId="ADAL" clId="{7A4AA400-047F-42B5-BD54-F8E8AFE17D71}" dt="2025-10-17T06:37:53.884" v="23" actId="47"/>
        <pc:sldMkLst>
          <pc:docMk/>
          <pc:sldMk cId="2045018371" sldId="266"/>
        </pc:sldMkLst>
      </pc:sldChg>
      <pc:sldChg chg="delSp modSp add del mod ord">
        <pc:chgData name="Sunil Suvarna" userId="44e297ae-3fa8-49d1-929f-fe117ded4351" providerId="ADAL" clId="{7A4AA400-047F-42B5-BD54-F8E8AFE17D71}" dt="2025-10-17T06:38:44.238" v="27"/>
        <pc:sldMkLst>
          <pc:docMk/>
          <pc:sldMk cId="342465122" sldId="267"/>
        </pc:sldMkLst>
        <pc:spChg chg="del">
          <ac:chgData name="Sunil Suvarna" userId="44e297ae-3fa8-49d1-929f-fe117ded4351" providerId="ADAL" clId="{7A4AA400-047F-42B5-BD54-F8E8AFE17D71}" dt="2025-10-17T06:38:19.986" v="25" actId="478"/>
          <ac:spMkLst>
            <pc:docMk/>
            <pc:sldMk cId="342465122" sldId="267"/>
            <ac:spMk id="3" creationId="{ACAD5FD5-9BB0-F816-64EC-26CEF47DA342}"/>
          </ac:spMkLst>
        </pc:spChg>
        <pc:graphicFrameChg chg="mod">
          <ac:chgData name="Sunil Suvarna" userId="44e297ae-3fa8-49d1-929f-fe117ded4351" providerId="ADAL" clId="{7A4AA400-047F-42B5-BD54-F8E8AFE17D71}" dt="2025-10-17T06:38:13.158" v="24" actId="478"/>
          <ac:graphicFrameMkLst>
            <pc:docMk/>
            <pc:sldMk cId="342465122" sldId="267"/>
            <ac:graphicFrameMk id="18" creationId="{14F933D2-6213-F9FD-4146-1798B4487F75}"/>
          </ac:graphicFrameMkLst>
        </pc:graphicFrameChg>
      </pc:sldChg>
      <pc:sldChg chg="add">
        <pc:chgData name="Sunil Suvarna" userId="44e297ae-3fa8-49d1-929f-fe117ded4351" providerId="ADAL" clId="{7A4AA400-047F-42B5-BD54-F8E8AFE17D71}" dt="2025-10-17T06:39:37.895" v="28"/>
        <pc:sldMkLst>
          <pc:docMk/>
          <pc:sldMk cId="1775051205" sldId="2147483338"/>
        </pc:sldMkLst>
      </pc:sldChg>
      <pc:sldChg chg="add">
        <pc:chgData name="Sunil Suvarna" userId="44e297ae-3fa8-49d1-929f-fe117ded4351" providerId="ADAL" clId="{7A4AA400-047F-42B5-BD54-F8E8AFE17D71}" dt="2025-10-17T06:39:37.895" v="28"/>
        <pc:sldMkLst>
          <pc:docMk/>
          <pc:sldMk cId="116920453" sldId="2147483350"/>
        </pc:sldMkLst>
      </pc:sldChg>
      <pc:sldChg chg="add">
        <pc:chgData name="Sunil Suvarna" userId="44e297ae-3fa8-49d1-929f-fe117ded4351" providerId="ADAL" clId="{7A4AA400-047F-42B5-BD54-F8E8AFE17D71}" dt="2025-10-17T06:39:37.895" v="28"/>
        <pc:sldMkLst>
          <pc:docMk/>
          <pc:sldMk cId="1995905927" sldId="2147483377"/>
        </pc:sldMkLst>
      </pc:sldChg>
      <pc:sldChg chg="add">
        <pc:chgData name="Sunil Suvarna" userId="44e297ae-3fa8-49d1-929f-fe117ded4351" providerId="ADAL" clId="{7A4AA400-047F-42B5-BD54-F8E8AFE17D71}" dt="2025-10-17T06:39:37.895" v="28"/>
        <pc:sldMkLst>
          <pc:docMk/>
          <pc:sldMk cId="3480022300" sldId="2147483379"/>
        </pc:sldMkLst>
      </pc:sldChg>
      <pc:sldChg chg="add">
        <pc:chgData name="Sunil Suvarna" userId="44e297ae-3fa8-49d1-929f-fe117ded4351" providerId="ADAL" clId="{7A4AA400-047F-42B5-BD54-F8E8AFE17D71}" dt="2025-10-17T06:39:37.895" v="28"/>
        <pc:sldMkLst>
          <pc:docMk/>
          <pc:sldMk cId="2247536618" sldId="2147483380"/>
        </pc:sldMkLst>
      </pc:sldChg>
      <pc:sldChg chg="add">
        <pc:chgData name="Sunil Suvarna" userId="44e297ae-3fa8-49d1-929f-fe117ded4351" providerId="ADAL" clId="{7A4AA400-047F-42B5-BD54-F8E8AFE17D71}" dt="2025-10-17T06:39:37.895" v="28"/>
        <pc:sldMkLst>
          <pc:docMk/>
          <pc:sldMk cId="3585272506" sldId="2147483382"/>
        </pc:sldMkLst>
      </pc:sldChg>
      <pc:sldChg chg="add">
        <pc:chgData name="Sunil Suvarna" userId="44e297ae-3fa8-49d1-929f-fe117ded4351" providerId="ADAL" clId="{7A4AA400-047F-42B5-BD54-F8E8AFE17D71}" dt="2025-10-17T06:39:37.895" v="28"/>
        <pc:sldMkLst>
          <pc:docMk/>
          <pc:sldMk cId="3619883054" sldId="2147483386"/>
        </pc:sldMkLst>
      </pc:sldChg>
      <pc:sldChg chg="add">
        <pc:chgData name="Sunil Suvarna" userId="44e297ae-3fa8-49d1-929f-fe117ded4351" providerId="ADAL" clId="{7A4AA400-047F-42B5-BD54-F8E8AFE17D71}" dt="2025-10-17T06:39:37.895" v="28"/>
        <pc:sldMkLst>
          <pc:docMk/>
          <pc:sldMk cId="2193809417" sldId="2147483389"/>
        </pc:sldMkLst>
      </pc:sldChg>
      <pc:sldChg chg="add">
        <pc:chgData name="Sunil Suvarna" userId="44e297ae-3fa8-49d1-929f-fe117ded4351" providerId="ADAL" clId="{7A4AA400-047F-42B5-BD54-F8E8AFE17D71}" dt="2025-10-17T06:39:37.895" v="28"/>
        <pc:sldMkLst>
          <pc:docMk/>
          <pc:sldMk cId="1683127067" sldId="2147483412"/>
        </pc:sldMkLst>
      </pc:sldChg>
      <pc:sldChg chg="add">
        <pc:chgData name="Sunil Suvarna" userId="44e297ae-3fa8-49d1-929f-fe117ded4351" providerId="ADAL" clId="{7A4AA400-047F-42B5-BD54-F8E8AFE17D71}" dt="2025-10-17T06:39:37.895" v="28"/>
        <pc:sldMkLst>
          <pc:docMk/>
          <pc:sldMk cId="2167006612" sldId="2147483413"/>
        </pc:sldMkLst>
      </pc:sldChg>
      <pc:sldChg chg="add">
        <pc:chgData name="Sunil Suvarna" userId="44e297ae-3fa8-49d1-929f-fe117ded4351" providerId="ADAL" clId="{7A4AA400-047F-42B5-BD54-F8E8AFE17D71}" dt="2025-10-17T06:39:37.895" v="28"/>
        <pc:sldMkLst>
          <pc:docMk/>
          <pc:sldMk cId="4101540355" sldId="2147483415"/>
        </pc:sldMkLst>
      </pc:sldChg>
      <pc:sldChg chg="add">
        <pc:chgData name="Sunil Suvarna" userId="44e297ae-3fa8-49d1-929f-fe117ded4351" providerId="ADAL" clId="{7A4AA400-047F-42B5-BD54-F8E8AFE17D71}" dt="2025-10-17T06:39:37.895" v="28"/>
        <pc:sldMkLst>
          <pc:docMk/>
          <pc:sldMk cId="3502881152" sldId="2147483416"/>
        </pc:sldMkLst>
      </pc:sldChg>
      <pc:sldChg chg="add">
        <pc:chgData name="Sunil Suvarna" userId="44e297ae-3fa8-49d1-929f-fe117ded4351" providerId="ADAL" clId="{7A4AA400-047F-42B5-BD54-F8E8AFE17D71}" dt="2025-10-17T06:39:37.895" v="28"/>
        <pc:sldMkLst>
          <pc:docMk/>
          <pc:sldMk cId="2572875430" sldId="2147483417"/>
        </pc:sldMkLst>
      </pc:sldChg>
      <pc:sldChg chg="add">
        <pc:chgData name="Sunil Suvarna" userId="44e297ae-3fa8-49d1-929f-fe117ded4351" providerId="ADAL" clId="{7A4AA400-047F-42B5-BD54-F8E8AFE17D71}" dt="2025-10-17T06:39:37.895" v="28"/>
        <pc:sldMkLst>
          <pc:docMk/>
          <pc:sldMk cId="1947386309" sldId="2147483418"/>
        </pc:sldMkLst>
      </pc:sldChg>
      <pc:sldChg chg="add">
        <pc:chgData name="Sunil Suvarna" userId="44e297ae-3fa8-49d1-929f-fe117ded4351" providerId="ADAL" clId="{7A4AA400-047F-42B5-BD54-F8E8AFE17D71}" dt="2025-10-17T06:39:37.895" v="28"/>
        <pc:sldMkLst>
          <pc:docMk/>
          <pc:sldMk cId="2981029411" sldId="2147483419"/>
        </pc:sldMkLst>
      </pc:sldChg>
      <pc:sldChg chg="add">
        <pc:chgData name="Sunil Suvarna" userId="44e297ae-3fa8-49d1-929f-fe117ded4351" providerId="ADAL" clId="{7A4AA400-047F-42B5-BD54-F8E8AFE17D71}" dt="2025-10-17T06:39:37.895" v="28"/>
        <pc:sldMkLst>
          <pc:docMk/>
          <pc:sldMk cId="1482685162" sldId="2147483456"/>
        </pc:sldMkLst>
      </pc:sldChg>
      <pc:sldChg chg="add">
        <pc:chgData name="Sunil Suvarna" userId="44e297ae-3fa8-49d1-929f-fe117ded4351" providerId="ADAL" clId="{7A4AA400-047F-42B5-BD54-F8E8AFE17D71}" dt="2025-10-17T06:39:37.895" v="28"/>
        <pc:sldMkLst>
          <pc:docMk/>
          <pc:sldMk cId="1348195575" sldId="2147483457"/>
        </pc:sldMkLst>
      </pc:sldChg>
      <pc:sldChg chg="add">
        <pc:chgData name="Sunil Suvarna" userId="44e297ae-3fa8-49d1-929f-fe117ded4351" providerId="ADAL" clId="{7A4AA400-047F-42B5-BD54-F8E8AFE17D71}" dt="2025-10-17T06:39:37.895" v="28"/>
        <pc:sldMkLst>
          <pc:docMk/>
          <pc:sldMk cId="354026360" sldId="2147483458"/>
        </pc:sldMkLst>
      </pc:sldChg>
      <pc:sldChg chg="add">
        <pc:chgData name="Sunil Suvarna" userId="44e297ae-3fa8-49d1-929f-fe117ded4351" providerId="ADAL" clId="{7A4AA400-047F-42B5-BD54-F8E8AFE17D71}" dt="2025-10-17T06:39:37.895" v="28"/>
        <pc:sldMkLst>
          <pc:docMk/>
          <pc:sldMk cId="200181881" sldId="2147483459"/>
        </pc:sldMkLst>
      </pc:sldChg>
      <pc:sldChg chg="add">
        <pc:chgData name="Sunil Suvarna" userId="44e297ae-3fa8-49d1-929f-fe117ded4351" providerId="ADAL" clId="{7A4AA400-047F-42B5-BD54-F8E8AFE17D71}" dt="2025-10-17T06:39:37.895" v="28"/>
        <pc:sldMkLst>
          <pc:docMk/>
          <pc:sldMk cId="1495358182" sldId="2147483460"/>
        </pc:sldMkLst>
      </pc:sldChg>
      <pc:sldChg chg="add">
        <pc:chgData name="Sunil Suvarna" userId="44e297ae-3fa8-49d1-929f-fe117ded4351" providerId="ADAL" clId="{7A4AA400-047F-42B5-BD54-F8E8AFE17D71}" dt="2025-10-17T06:39:37.895" v="28"/>
        <pc:sldMkLst>
          <pc:docMk/>
          <pc:sldMk cId="1721887269" sldId="2147483461"/>
        </pc:sldMkLst>
      </pc:sldChg>
      <pc:sldChg chg="add">
        <pc:chgData name="Sunil Suvarna" userId="44e297ae-3fa8-49d1-929f-fe117ded4351" providerId="ADAL" clId="{7A4AA400-047F-42B5-BD54-F8E8AFE17D71}" dt="2025-10-17T06:39:37.895" v="28"/>
        <pc:sldMkLst>
          <pc:docMk/>
          <pc:sldMk cId="348309737" sldId="2147483462"/>
        </pc:sldMkLst>
      </pc:sldChg>
      <pc:sldChg chg="add del">
        <pc:chgData name="Sunil Suvarna" userId="44e297ae-3fa8-49d1-929f-fe117ded4351" providerId="ADAL" clId="{7A4AA400-047F-42B5-BD54-F8E8AFE17D71}" dt="2025-10-17T06:48:06.557" v="34" actId="47"/>
        <pc:sldMkLst>
          <pc:docMk/>
          <pc:sldMk cId="2446482653" sldId="2147483463"/>
        </pc:sldMkLst>
      </pc:sldChg>
    </pc:docChg>
  </pc:docChgLst>
  <pc:docChgLst>
    <pc:chgData name="Sunil Suvarna" userId="44e297ae-3fa8-49d1-929f-fe117ded4351" providerId="ADAL" clId="{46240C20-892D-4D86-A7DC-BEB6433AEB6A}"/>
    <pc:docChg chg="undo custSel modSld sldOrd">
      <pc:chgData name="Sunil Suvarna" userId="44e297ae-3fa8-49d1-929f-fe117ded4351" providerId="ADAL" clId="{46240C20-892D-4D86-A7DC-BEB6433AEB6A}" dt="2024-10-25T09:49:31.387" v="3" actId="27309"/>
      <pc:docMkLst>
        <pc:docMk/>
      </pc:docMkLst>
      <pc:sldChg chg="addSp delSp modSp mod ord">
        <pc:chgData name="Sunil Suvarna" userId="44e297ae-3fa8-49d1-929f-fe117ded4351" providerId="ADAL" clId="{46240C20-892D-4D86-A7DC-BEB6433AEB6A}" dt="2024-10-25T09:49:31.387" v="3" actId="27309"/>
        <pc:sldMkLst>
          <pc:docMk/>
          <pc:sldMk cId="2742095490" sldId="257"/>
        </pc:sldMkLst>
      </pc:sldChg>
    </pc:docChg>
  </pc:docChgLst>
  <pc:docChgLst>
    <pc:chgData name="Sunil Suvarna" userId="44e297ae-3fa8-49d1-929f-fe117ded4351" providerId="ADAL" clId="{FFFE24DE-AB5A-4466-8CC6-6DA5435A0B41}"/>
    <pc:docChg chg="undo custSel addSld delSld modSld sldOrd modNotesMaster modHandout">
      <pc:chgData name="Sunil Suvarna" userId="44e297ae-3fa8-49d1-929f-fe117ded4351" providerId="ADAL" clId="{FFFE24DE-AB5A-4466-8CC6-6DA5435A0B41}" dt="2025-06-18T07:20:24.850" v="1440" actId="20577"/>
      <pc:docMkLst>
        <pc:docMk/>
      </pc:docMkLst>
      <pc:sldChg chg="modSp mod">
        <pc:chgData name="Sunil Suvarna" userId="44e297ae-3fa8-49d1-929f-fe117ded4351" providerId="ADAL" clId="{FFFE24DE-AB5A-4466-8CC6-6DA5435A0B41}" dt="2025-05-28T06:47:20.229" v="898" actId="20577"/>
        <pc:sldMkLst>
          <pc:docMk/>
          <pc:sldMk cId="3905098546" sldId="256"/>
        </pc:sldMkLst>
      </pc:sldChg>
      <pc:sldChg chg="modSp mod">
        <pc:chgData name="Sunil Suvarna" userId="44e297ae-3fa8-49d1-929f-fe117ded4351" providerId="ADAL" clId="{FFFE24DE-AB5A-4466-8CC6-6DA5435A0B41}" dt="2025-05-28T07:39:12.241" v="1064" actId="1036"/>
        <pc:sldMkLst>
          <pc:docMk/>
          <pc:sldMk cId="2742095490" sldId="257"/>
        </pc:sldMkLst>
      </pc:sldChg>
      <pc:sldChg chg="modSp mod">
        <pc:chgData name="Sunil Suvarna" userId="44e297ae-3fa8-49d1-929f-fe117ded4351" providerId="ADAL" clId="{FFFE24DE-AB5A-4466-8CC6-6DA5435A0B41}" dt="2025-05-28T06:58:45.311" v="1016" actId="113"/>
        <pc:sldMkLst>
          <pc:docMk/>
          <pc:sldMk cId="2124899841" sldId="259"/>
        </pc:sldMkLst>
      </pc:sldChg>
      <pc:sldChg chg="modSp mod">
        <pc:chgData name="Sunil Suvarna" userId="44e297ae-3fa8-49d1-929f-fe117ded4351" providerId="ADAL" clId="{FFFE24DE-AB5A-4466-8CC6-6DA5435A0B41}" dt="2025-05-28T13:49:21.755" v="1072" actId="20577"/>
        <pc:sldMkLst>
          <pc:docMk/>
          <pc:sldMk cId="1982036" sldId="260"/>
        </pc:sldMkLst>
      </pc:sldChg>
      <pc:sldChg chg="addSp delSp modSp add del mod">
        <pc:chgData name="Sunil Suvarna" userId="44e297ae-3fa8-49d1-929f-fe117ded4351" providerId="ADAL" clId="{FFFE24DE-AB5A-4466-8CC6-6DA5435A0B41}" dt="2025-05-28T06:35:21.713" v="812" actId="47"/>
        <pc:sldMkLst>
          <pc:docMk/>
          <pc:sldMk cId="897276193" sldId="261"/>
        </pc:sldMkLst>
      </pc:sldChg>
      <pc:sldChg chg="addSp delSp modSp mod">
        <pc:chgData name="Sunil Suvarna" userId="44e297ae-3fa8-49d1-929f-fe117ded4351" providerId="ADAL" clId="{FFFE24DE-AB5A-4466-8CC6-6DA5435A0B41}" dt="2025-05-28T06:25:41.509" v="698" actId="1076"/>
        <pc:sldMkLst>
          <pc:docMk/>
          <pc:sldMk cId="2034557610" sldId="262"/>
        </pc:sldMkLst>
      </pc:sldChg>
      <pc:sldChg chg="modSp mod">
        <pc:chgData name="Sunil Suvarna" userId="44e297ae-3fa8-49d1-929f-fe117ded4351" providerId="ADAL" clId="{FFFE24DE-AB5A-4466-8CC6-6DA5435A0B41}" dt="2025-05-28T06:38:27.213" v="842" actId="1076"/>
        <pc:sldMkLst>
          <pc:docMk/>
          <pc:sldMk cId="4104251895" sldId="263"/>
        </pc:sldMkLst>
      </pc:sldChg>
      <pc:sldChg chg="modSp mod">
        <pc:chgData name="Sunil Suvarna" userId="44e297ae-3fa8-49d1-929f-fe117ded4351" providerId="ADAL" clId="{FFFE24DE-AB5A-4466-8CC6-6DA5435A0B41}" dt="2025-05-28T06:37:02.829" v="817" actId="255"/>
        <pc:sldMkLst>
          <pc:docMk/>
          <pc:sldMk cId="2118401424" sldId="265"/>
        </pc:sldMkLst>
      </pc:sldChg>
      <pc:sldChg chg="addSp delSp modSp new mod ord">
        <pc:chgData name="Sunil Suvarna" userId="44e297ae-3fa8-49d1-929f-fe117ded4351" providerId="ADAL" clId="{FFFE24DE-AB5A-4466-8CC6-6DA5435A0B41}" dt="2025-06-18T06:50:01.602" v="1439"/>
        <pc:sldMkLst>
          <pc:docMk/>
          <pc:sldMk cId="2045018371" sldId="266"/>
        </pc:sldMkLst>
      </pc:sldChg>
      <pc:sldChg chg="addSp modSp add mod">
        <pc:chgData name="Sunil Suvarna" userId="44e297ae-3fa8-49d1-929f-fe117ded4351" providerId="ADAL" clId="{FFFE24DE-AB5A-4466-8CC6-6DA5435A0B41}" dt="2025-06-18T07:20:24.850" v="1440" actId="20577"/>
        <pc:sldMkLst>
          <pc:docMk/>
          <pc:sldMk cId="342465122" sldId="267"/>
        </pc:sldMkLst>
      </pc:sldChg>
    </pc:docChg>
  </pc:docChgLst>
  <pc:docChgLst>
    <pc:chgData name="Sunil Suvarna" userId="44e297ae-3fa8-49d1-929f-fe117ded4351" providerId="ADAL" clId="{8438435A-1850-4877-A089-6E8B853B3537}"/>
    <pc:docChg chg="undo custSel modSld">
      <pc:chgData name="Sunil Suvarna" userId="44e297ae-3fa8-49d1-929f-fe117ded4351" providerId="ADAL" clId="{8438435A-1850-4877-A089-6E8B853B3537}" dt="2024-06-17T09:23:37.574" v="830" actId="20577"/>
      <pc:docMkLst>
        <pc:docMk/>
      </pc:docMkLst>
      <pc:sldChg chg="modSp mod">
        <pc:chgData name="Sunil Suvarna" userId="44e297ae-3fa8-49d1-929f-fe117ded4351" providerId="ADAL" clId="{8438435A-1850-4877-A089-6E8B853B3537}" dt="2024-06-17T09:23:37.574" v="830" actId="20577"/>
        <pc:sldMkLst>
          <pc:docMk/>
          <pc:sldMk cId="3905098546" sldId="256"/>
        </pc:sldMkLst>
      </pc:sldChg>
      <pc:sldChg chg="modSp mod">
        <pc:chgData name="Sunil Suvarna" userId="44e297ae-3fa8-49d1-929f-fe117ded4351" providerId="ADAL" clId="{8438435A-1850-4877-A089-6E8B853B3537}" dt="2024-06-17T08:55:48.132" v="667" actId="1076"/>
        <pc:sldMkLst>
          <pc:docMk/>
          <pc:sldMk cId="2742095490" sldId="257"/>
        </pc:sldMkLst>
      </pc:sldChg>
      <pc:sldChg chg="modSp mod">
        <pc:chgData name="Sunil Suvarna" userId="44e297ae-3fa8-49d1-929f-fe117ded4351" providerId="ADAL" clId="{8438435A-1850-4877-A089-6E8B853B3537}" dt="2024-06-17T09:22:25.045" v="817" actId="207"/>
        <pc:sldMkLst>
          <pc:docMk/>
          <pc:sldMk cId="2124899841" sldId="259"/>
        </pc:sldMkLst>
      </pc:sldChg>
      <pc:sldChg chg="addSp delSp modSp mod">
        <pc:chgData name="Sunil Suvarna" userId="44e297ae-3fa8-49d1-929f-fe117ded4351" providerId="ADAL" clId="{8438435A-1850-4877-A089-6E8B853B3537}" dt="2024-06-17T08:58:01.750" v="668" actId="1076"/>
        <pc:sldMkLst>
          <pc:docMk/>
          <pc:sldMk cId="1982036" sldId="260"/>
        </pc:sldMkLst>
      </pc:sldChg>
      <pc:sldChg chg="modSp mod">
        <pc:chgData name="Sunil Suvarna" userId="44e297ae-3fa8-49d1-929f-fe117ded4351" providerId="ADAL" clId="{8438435A-1850-4877-A089-6E8B853B3537}" dt="2024-06-17T08:37:44.435" v="474" actId="313"/>
        <pc:sldMkLst>
          <pc:docMk/>
          <pc:sldMk cId="897276193" sldId="261"/>
        </pc:sldMkLst>
      </pc:sldChg>
      <pc:sldChg chg="addSp delSp modSp mod">
        <pc:chgData name="Sunil Suvarna" userId="44e297ae-3fa8-49d1-929f-fe117ded4351" providerId="ADAL" clId="{8438435A-1850-4877-A089-6E8B853B3537}" dt="2024-06-17T08:54:55.837" v="666"/>
        <pc:sldMkLst>
          <pc:docMk/>
          <pc:sldMk cId="2034557610" sldId="262"/>
        </pc:sldMkLst>
      </pc:sldChg>
    </pc:docChg>
  </pc:docChgLst>
  <pc:docChgLst>
    <pc:chgData name="Sunil Suvarna" userId="44e297ae-3fa8-49d1-929f-fe117ded4351" providerId="ADAL" clId="{3F5FA005-5668-4316-A339-05AEF1D9FFE3}"/>
    <pc:docChg chg="undo custSel delSld modSld sldOrd">
      <pc:chgData name="Sunil Suvarna" userId="44e297ae-3fa8-49d1-929f-fe117ded4351" providerId="ADAL" clId="{3F5FA005-5668-4316-A339-05AEF1D9FFE3}" dt="2024-07-16T06:48:08.081" v="265" actId="20577"/>
      <pc:docMkLst>
        <pc:docMk/>
      </pc:docMkLst>
      <pc:sldChg chg="modSp mod">
        <pc:chgData name="Sunil Suvarna" userId="44e297ae-3fa8-49d1-929f-fe117ded4351" providerId="ADAL" clId="{3F5FA005-5668-4316-A339-05AEF1D9FFE3}" dt="2024-07-10T02:52:06.596" v="58" actId="20577"/>
        <pc:sldMkLst>
          <pc:docMk/>
          <pc:sldMk cId="3905098546" sldId="256"/>
        </pc:sldMkLst>
      </pc:sldChg>
      <pc:sldChg chg="ord">
        <pc:chgData name="Sunil Suvarna" userId="44e297ae-3fa8-49d1-929f-fe117ded4351" providerId="ADAL" clId="{3F5FA005-5668-4316-A339-05AEF1D9FFE3}" dt="2024-07-10T02:40:16.150" v="10"/>
        <pc:sldMkLst>
          <pc:docMk/>
          <pc:sldMk cId="2742095490" sldId="257"/>
        </pc:sldMkLst>
      </pc:sldChg>
      <pc:sldChg chg="modSp mod">
        <pc:chgData name="Sunil Suvarna" userId="44e297ae-3fa8-49d1-929f-fe117ded4351" providerId="ADAL" clId="{3F5FA005-5668-4316-A339-05AEF1D9FFE3}" dt="2024-07-16T06:48:08.081" v="265" actId="20577"/>
        <pc:sldMkLst>
          <pc:docMk/>
          <pc:sldMk cId="2124899841" sldId="259"/>
        </pc:sldMkLst>
      </pc:sldChg>
      <pc:sldChg chg="modSp mod">
        <pc:chgData name="Sunil Suvarna" userId="44e297ae-3fa8-49d1-929f-fe117ded4351" providerId="ADAL" clId="{3F5FA005-5668-4316-A339-05AEF1D9FFE3}" dt="2024-07-10T02:47:55.024" v="49" actId="14734"/>
        <pc:sldMkLst>
          <pc:docMk/>
          <pc:sldMk cId="1982036" sldId="260"/>
        </pc:sldMkLst>
      </pc:sldChg>
      <pc:sldChg chg="addSp delSp modSp mod ord">
        <pc:chgData name="Sunil Suvarna" userId="44e297ae-3fa8-49d1-929f-fe117ded4351" providerId="ADAL" clId="{3F5FA005-5668-4316-A339-05AEF1D9FFE3}" dt="2024-07-10T03:09:20.154" v="242" actId="1076"/>
        <pc:sldMkLst>
          <pc:docMk/>
          <pc:sldMk cId="2034557610" sldId="262"/>
        </pc:sldMkLst>
      </pc:sldChg>
      <pc:sldChg chg="modSp mod ord">
        <pc:chgData name="Sunil Suvarna" userId="44e297ae-3fa8-49d1-929f-fe117ded4351" providerId="ADAL" clId="{3F5FA005-5668-4316-A339-05AEF1D9FFE3}" dt="2024-07-10T02:54:44.220" v="99" actId="20577"/>
        <pc:sldMkLst>
          <pc:docMk/>
          <pc:sldMk cId="4104251895" sldId="263"/>
        </pc:sldMkLst>
      </pc:sldChg>
      <pc:sldChg chg="del">
        <pc:chgData name="Sunil Suvarna" userId="44e297ae-3fa8-49d1-929f-fe117ded4351" providerId="ADAL" clId="{3F5FA005-5668-4316-A339-05AEF1D9FFE3}" dt="2024-07-10T02:37:19.878" v="0" actId="47"/>
        <pc:sldMkLst>
          <pc:docMk/>
          <pc:sldMk cId="2104378821" sldId="264"/>
        </pc:sldMkLst>
      </pc:sldChg>
      <pc:sldChg chg="modSp mod ord">
        <pc:chgData name="Sunil Suvarna" userId="44e297ae-3fa8-49d1-929f-fe117ded4351" providerId="ADAL" clId="{3F5FA005-5668-4316-A339-05AEF1D9FFE3}" dt="2024-07-16T06:46:03.528" v="257" actId="20577"/>
        <pc:sldMkLst>
          <pc:docMk/>
          <pc:sldMk cId="2823557841" sldId="265"/>
        </pc:sldMkLst>
      </pc:sldChg>
    </pc:docChg>
  </pc:docChgLst>
  <pc:docChgLst>
    <pc:chgData name="Sunil Suvarna" userId="44e297ae-3fa8-49d1-929f-fe117ded4351" providerId="ADAL" clId="{84378704-FC17-4E76-9B58-18A8B33B8E38}"/>
    <pc:docChg chg="custSel modSld">
      <pc:chgData name="Sunil Suvarna" userId="44e297ae-3fa8-49d1-929f-fe117ded4351" providerId="ADAL" clId="{84378704-FC17-4E76-9B58-18A8B33B8E38}" dt="2024-11-07T05:25:48.150" v="121" actId="20577"/>
      <pc:docMkLst>
        <pc:docMk/>
      </pc:docMkLst>
      <pc:sldChg chg="modSp mod">
        <pc:chgData name="Sunil Suvarna" userId="44e297ae-3fa8-49d1-929f-fe117ded4351" providerId="ADAL" clId="{84378704-FC17-4E76-9B58-18A8B33B8E38}" dt="2024-11-07T05:25:48.150" v="121" actId="20577"/>
        <pc:sldMkLst>
          <pc:docMk/>
          <pc:sldMk cId="3905098546" sldId="256"/>
        </pc:sldMkLst>
      </pc:sldChg>
      <pc:sldChg chg="modSp mod">
        <pc:chgData name="Sunil Suvarna" userId="44e297ae-3fa8-49d1-929f-fe117ded4351" providerId="ADAL" clId="{84378704-FC17-4E76-9B58-18A8B33B8E38}" dt="2024-11-07T05:24:27.013" v="111" actId="20577"/>
        <pc:sldMkLst>
          <pc:docMk/>
          <pc:sldMk cId="897276193" sldId="261"/>
        </pc:sldMkLst>
      </pc:sldChg>
      <pc:sldChg chg="delSp modSp mod">
        <pc:chgData name="Sunil Suvarna" userId="44e297ae-3fa8-49d1-929f-fe117ded4351" providerId="ADAL" clId="{84378704-FC17-4E76-9B58-18A8B33B8E38}" dt="2024-11-07T04:27:48.630" v="16" actId="1076"/>
        <pc:sldMkLst>
          <pc:docMk/>
          <pc:sldMk cId="2034557610" sldId="26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C4935AC-4B0D-4EEC-B236-BDA94631458F}"/>
              </a:ext>
            </a:extLst>
          </p:cNvPr>
          <p:cNvSpPr>
            <a:spLocks noGrp="1"/>
          </p:cNvSpPr>
          <p:nvPr>
            <p:ph type="hdr" sz="quarter"/>
          </p:nvPr>
        </p:nvSpPr>
        <p:spPr>
          <a:xfrm>
            <a:off x="0" y="1"/>
            <a:ext cx="2945659" cy="498135"/>
          </a:xfrm>
          <a:prstGeom prst="rect">
            <a:avLst/>
          </a:prstGeom>
        </p:spPr>
        <p:txBody>
          <a:bodyPr vert="horz" lIns="180000" tIns="45720" rIns="91440" bIns="45720" rtlCol="0" anchor="b" anchorCtr="0"/>
          <a:lstStyle>
            <a:lvl1pPr algn="l">
              <a:defRPr sz="1200"/>
            </a:lvl1pPr>
          </a:lstStyle>
          <a:p>
            <a:endParaRPr lang="en-GB" sz="1000" dirty="0">
              <a:cs typeface="Arial" panose="020B0604020202020204" pitchFamily="34" charset="0"/>
            </a:endParaRPr>
          </a:p>
        </p:txBody>
      </p:sp>
      <p:sp>
        <p:nvSpPr>
          <p:cNvPr id="3" name="Date Placeholder 2">
            <a:extLst>
              <a:ext uri="{FF2B5EF4-FFF2-40B4-BE49-F238E27FC236}">
                <a16:creationId xmlns:a16="http://schemas.microsoft.com/office/drawing/2014/main" id="{29D24AC1-AA48-4F40-831B-866747D0CFA8}"/>
              </a:ext>
            </a:extLst>
          </p:cNvPr>
          <p:cNvSpPr>
            <a:spLocks noGrp="1"/>
          </p:cNvSpPr>
          <p:nvPr>
            <p:ph type="dt" sz="quarter" idx="1"/>
          </p:nvPr>
        </p:nvSpPr>
        <p:spPr>
          <a:xfrm>
            <a:off x="3852017" y="1"/>
            <a:ext cx="2945659" cy="498135"/>
          </a:xfrm>
          <a:prstGeom prst="rect">
            <a:avLst/>
          </a:prstGeom>
        </p:spPr>
        <p:txBody>
          <a:bodyPr vert="horz" lIns="180000" tIns="45720" rIns="180000" bIns="45720" rtlCol="0" anchor="b" anchorCtr="0"/>
          <a:lstStyle>
            <a:lvl1pPr algn="r">
              <a:defRPr sz="1200"/>
            </a:lvl1pPr>
          </a:lstStyle>
          <a:p>
            <a:fld id="{E565419E-252D-4EE8-9423-545384ABE426}" type="datetime3">
              <a:rPr lang="en-GB" sz="1000" smtClean="0">
                <a:cs typeface="Arial" panose="020B0604020202020204" pitchFamily="34" charset="0"/>
              </a:rPr>
              <a:t>23 October, 2025</a:t>
            </a:fld>
            <a:endParaRPr lang="en-GB" sz="1000" dirty="0">
              <a:cs typeface="Arial" panose="020B0604020202020204" pitchFamily="34" charset="0"/>
            </a:endParaRPr>
          </a:p>
        </p:txBody>
      </p:sp>
      <p:sp>
        <p:nvSpPr>
          <p:cNvPr id="4" name="Footer Placeholder 3">
            <a:extLst>
              <a:ext uri="{FF2B5EF4-FFF2-40B4-BE49-F238E27FC236}">
                <a16:creationId xmlns:a16="http://schemas.microsoft.com/office/drawing/2014/main" id="{2276EB57-B6DC-40F2-9C99-6A3BFEADBFE1}"/>
              </a:ext>
            </a:extLst>
          </p:cNvPr>
          <p:cNvSpPr>
            <a:spLocks noGrp="1"/>
          </p:cNvSpPr>
          <p:nvPr>
            <p:ph type="ftr" sz="quarter" idx="2"/>
          </p:nvPr>
        </p:nvSpPr>
        <p:spPr>
          <a:xfrm>
            <a:off x="0" y="9430091"/>
            <a:ext cx="2945659" cy="498134"/>
          </a:xfrm>
          <a:prstGeom prst="rect">
            <a:avLst/>
          </a:prstGeom>
        </p:spPr>
        <p:txBody>
          <a:bodyPr vert="horz" lIns="180000" tIns="45720" rIns="91440" bIns="45720" rtlCol="0" anchor="t" anchorCtr="0"/>
          <a:lstStyle>
            <a:lvl1pPr algn="l">
              <a:defRPr sz="1200"/>
            </a:lvl1pPr>
          </a:lstStyle>
          <a:p>
            <a:endParaRPr lang="en-GB" sz="1000" dirty="0">
              <a:cs typeface="Arial" panose="020B0604020202020204" pitchFamily="34" charset="0"/>
            </a:endParaRPr>
          </a:p>
        </p:txBody>
      </p:sp>
      <p:sp>
        <p:nvSpPr>
          <p:cNvPr id="6" name="Slide Number Placeholder 6">
            <a:extLst>
              <a:ext uri="{FF2B5EF4-FFF2-40B4-BE49-F238E27FC236}">
                <a16:creationId xmlns:a16="http://schemas.microsoft.com/office/drawing/2014/main" id="{F09117BE-C6D5-4060-AC9E-761D2510558D}"/>
              </a:ext>
            </a:extLst>
          </p:cNvPr>
          <p:cNvSpPr>
            <a:spLocks noGrp="1"/>
          </p:cNvSpPr>
          <p:nvPr>
            <p:ph type="sldNum" sz="quarter" idx="3"/>
          </p:nvPr>
        </p:nvSpPr>
        <p:spPr>
          <a:xfrm>
            <a:off x="3852017" y="9430091"/>
            <a:ext cx="2945659" cy="498134"/>
          </a:xfrm>
          <a:prstGeom prst="rect">
            <a:avLst/>
          </a:prstGeom>
        </p:spPr>
        <p:txBody>
          <a:bodyPr vert="horz" lIns="180000" tIns="45720" rIns="180000" bIns="45720" rtlCol="0" anchor="t" anchorCtr="0"/>
          <a:lstStyle>
            <a:lvl1pPr algn="r">
              <a:defRPr sz="1000">
                <a:latin typeface="+mj-lt"/>
                <a:cs typeface="Arial" panose="020B0604020202020204" pitchFamily="34" charset="0"/>
              </a:defRPr>
            </a:lvl1pPr>
          </a:lstStyle>
          <a:p>
            <a:fld id="{4204CC51-62D5-4F80-9685-0A36C295241E}" type="slidenum">
              <a:rPr lang="en-GB" smtClean="0">
                <a:latin typeface="+mn-lt"/>
              </a:rPr>
              <a:pPr/>
              <a:t>‹#›</a:t>
            </a:fld>
            <a:endParaRPr lang="en-GB" dirty="0">
              <a:latin typeface="+mn-lt"/>
            </a:endParaRPr>
          </a:p>
        </p:txBody>
      </p:sp>
    </p:spTree>
    <p:extLst>
      <p:ext uri="{BB962C8B-B14F-4D97-AF65-F5344CB8AC3E}">
        <p14:creationId xmlns:p14="http://schemas.microsoft.com/office/powerpoint/2010/main" val="25293341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5358834" cy="498135"/>
          </a:xfrm>
          <a:prstGeom prst="rect">
            <a:avLst/>
          </a:prstGeom>
        </p:spPr>
        <p:txBody>
          <a:bodyPr vert="horz" lIns="180000" tIns="45720" rIns="91440" bIns="45720" rtlCol="0" anchor="b" anchorCtr="0"/>
          <a:lstStyle>
            <a:lvl1pPr algn="l">
              <a:defRPr sz="1000">
                <a:latin typeface="+mn-lt"/>
                <a:cs typeface="Arial" panose="020B0604020202020204" pitchFamily="34" charset="0"/>
              </a:defRPr>
            </a:lvl1pPr>
          </a:lstStyle>
          <a:p>
            <a:endParaRPr lang="en-GB" dirty="0"/>
          </a:p>
        </p:txBody>
      </p:sp>
      <p:sp>
        <p:nvSpPr>
          <p:cNvPr id="3" name="Date Placeholder 2"/>
          <p:cNvSpPr>
            <a:spLocks noGrp="1"/>
          </p:cNvSpPr>
          <p:nvPr>
            <p:ph type="dt" idx="1"/>
          </p:nvPr>
        </p:nvSpPr>
        <p:spPr>
          <a:xfrm>
            <a:off x="5358835" y="1"/>
            <a:ext cx="1438841" cy="498135"/>
          </a:xfrm>
          <a:prstGeom prst="rect">
            <a:avLst/>
          </a:prstGeom>
        </p:spPr>
        <p:txBody>
          <a:bodyPr vert="horz" lIns="91440" tIns="45720" rIns="180000" bIns="45720" rtlCol="0" anchor="b" anchorCtr="0"/>
          <a:lstStyle>
            <a:lvl1pPr algn="r">
              <a:defRPr sz="1000">
                <a:latin typeface="+mn-lt"/>
                <a:cs typeface="Arial" panose="020B0604020202020204" pitchFamily="34" charset="0"/>
              </a:defRPr>
            </a:lvl1pPr>
          </a:lstStyle>
          <a:p>
            <a:fld id="{61FD5085-2CF3-44BB-93FB-F6C28B149E6C}" type="datetime3">
              <a:rPr lang="en-GB" smtClean="0"/>
              <a:pPr/>
              <a:t>23 October, 2025</a:t>
            </a:fld>
            <a:endParaRPr lang="en-GB" dirty="0"/>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79768" y="4777959"/>
            <a:ext cx="5438140" cy="3909239"/>
          </a:xfrm>
          <a:prstGeom prst="rect">
            <a:avLst/>
          </a:prstGeom>
        </p:spPr>
        <p:txBody>
          <a:bodyPr vert="horz" lIns="91440" tIns="45720" rIns="91440" bIns="45720" rtlCol="0"/>
          <a:lstStyle/>
          <a:p>
            <a:pPr lvl="0"/>
            <a:r>
              <a:rPr lang="en-GB" noProof="0" dirty="0"/>
              <a:t>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Footer Placeholder 5"/>
          <p:cNvSpPr>
            <a:spLocks noGrp="1"/>
          </p:cNvSpPr>
          <p:nvPr>
            <p:ph type="ftr" sz="quarter" idx="4"/>
          </p:nvPr>
        </p:nvSpPr>
        <p:spPr>
          <a:xfrm>
            <a:off x="0" y="9430089"/>
            <a:ext cx="5358834" cy="498134"/>
          </a:xfrm>
          <a:prstGeom prst="rect">
            <a:avLst/>
          </a:prstGeom>
        </p:spPr>
        <p:txBody>
          <a:bodyPr vert="horz" lIns="180000" tIns="45720" rIns="91440" bIns="45720" rtlCol="0" anchor="t" anchorCtr="0"/>
          <a:lstStyle>
            <a:lvl1pPr algn="l">
              <a:defRPr sz="1000">
                <a:latin typeface="+mn-lt"/>
                <a:cs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5358834" y="9430090"/>
            <a:ext cx="1438842" cy="498134"/>
          </a:xfrm>
          <a:prstGeom prst="rect">
            <a:avLst/>
          </a:prstGeom>
        </p:spPr>
        <p:txBody>
          <a:bodyPr vert="horz" lIns="91440" tIns="45720" rIns="180000" bIns="45720" rtlCol="0" anchor="t" anchorCtr="0"/>
          <a:lstStyle>
            <a:lvl1pPr algn="r">
              <a:defRPr sz="1000">
                <a:latin typeface="+mn-lt"/>
                <a:cs typeface="Arial" panose="020B0604020202020204" pitchFamily="34" charset="0"/>
              </a:defRPr>
            </a:lvl1pPr>
          </a:lstStyle>
          <a:p>
            <a:r>
              <a:rPr lang="en-GB" dirty="0"/>
              <a:t>Slide </a:t>
            </a:r>
            <a:fld id="{4204CC51-62D5-4F80-9685-0A36C295241E}" type="slidenum">
              <a:rPr lang="en-GB" smtClean="0"/>
              <a:pPr/>
              <a:t>‹#›</a:t>
            </a:fld>
            <a:endParaRPr lang="en-GB" dirty="0"/>
          </a:p>
        </p:txBody>
      </p:sp>
    </p:spTree>
    <p:extLst>
      <p:ext uri="{BB962C8B-B14F-4D97-AF65-F5344CB8AC3E}">
        <p14:creationId xmlns:p14="http://schemas.microsoft.com/office/powerpoint/2010/main" val="375034730"/>
      </p:ext>
    </p:extLst>
  </p:cSld>
  <p:clrMap bg1="lt1" tx1="dk1" bg2="lt2" tx2="dk2" accent1="accent1" accent2="accent2" accent3="accent3" accent4="accent4" accent5="accent5" accent6="accent6" hlink="hlink" folHlink="folHlink"/>
  <p:hf hdr="0" ftr="0"/>
  <p:notesStyle>
    <a:lvl1pPr marL="0" algn="l" defTabSz="914400" rtl="0" eaLnBrk="1" latinLnBrk="0" hangingPunct="1">
      <a:lnSpc>
        <a:spcPct val="119000"/>
      </a:lnSpc>
      <a:defRPr sz="1200" kern="1200">
        <a:solidFill>
          <a:schemeClr val="tx1"/>
        </a:solidFill>
        <a:latin typeface="+mn-lt"/>
        <a:ea typeface="+mn-ea"/>
        <a:cs typeface="Arial" panose="020B0604020202020204" pitchFamily="34" charset="0"/>
      </a:defRPr>
    </a:lvl1pPr>
    <a:lvl2pPr marL="457200" algn="l" defTabSz="914400" rtl="0" eaLnBrk="1" latinLnBrk="0" hangingPunct="1">
      <a:lnSpc>
        <a:spcPct val="119000"/>
      </a:lnSpc>
      <a:defRPr sz="1200" kern="1200">
        <a:solidFill>
          <a:schemeClr val="tx1"/>
        </a:solidFill>
        <a:latin typeface="+mn-lt"/>
        <a:ea typeface="+mn-ea"/>
        <a:cs typeface="Arial" panose="020B0604020202020204" pitchFamily="34" charset="0"/>
      </a:defRPr>
    </a:lvl2pPr>
    <a:lvl3pPr marL="914400" algn="l" defTabSz="914400" rtl="0" eaLnBrk="1" latinLnBrk="0" hangingPunct="1">
      <a:lnSpc>
        <a:spcPct val="119000"/>
      </a:lnSpc>
      <a:defRPr sz="1200" kern="1200">
        <a:solidFill>
          <a:schemeClr val="tx1"/>
        </a:solidFill>
        <a:latin typeface="+mn-lt"/>
        <a:ea typeface="+mn-ea"/>
        <a:cs typeface="Arial" panose="020B0604020202020204" pitchFamily="34" charset="0"/>
      </a:defRPr>
    </a:lvl3pPr>
    <a:lvl4pPr marL="1371600" algn="l" defTabSz="914400" rtl="0" eaLnBrk="1" latinLnBrk="0" hangingPunct="1">
      <a:lnSpc>
        <a:spcPct val="119000"/>
      </a:lnSpc>
      <a:defRPr sz="1200" kern="1200">
        <a:solidFill>
          <a:schemeClr val="tx1"/>
        </a:solidFill>
        <a:latin typeface="+mn-lt"/>
        <a:ea typeface="+mn-ea"/>
        <a:cs typeface="Arial" panose="020B0604020202020204" pitchFamily="34" charset="0"/>
      </a:defRPr>
    </a:lvl4pPr>
    <a:lvl5pPr marL="1828800" algn="l" defTabSz="914400" rtl="0" eaLnBrk="1" latinLnBrk="0" hangingPunct="1">
      <a:lnSpc>
        <a:spcPct val="119000"/>
      </a:lnSpc>
      <a:defRPr sz="1200" kern="1200">
        <a:solidFill>
          <a:schemeClr val="tx1"/>
        </a:solidFill>
        <a:latin typeface="+mn-lt"/>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27" userDrawn="1">
          <p15:clr>
            <a:srgbClr val="F26B43"/>
          </p15:clr>
        </p15:guide>
        <p15:guide id="2" pos="214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61FD5085-2CF3-44BB-93FB-F6C28B149E6C}" type="datetime3">
              <a:rPr lang="en-GB" smtClean="0"/>
              <a:pPr/>
              <a:t>23 October, 2025</a:t>
            </a:fld>
            <a:endParaRPr lang="en-GB" dirty="0"/>
          </a:p>
        </p:txBody>
      </p:sp>
      <p:sp>
        <p:nvSpPr>
          <p:cNvPr id="5" name="Slide Number Placeholder 4"/>
          <p:cNvSpPr>
            <a:spLocks noGrp="1"/>
          </p:cNvSpPr>
          <p:nvPr>
            <p:ph type="sldNum" sz="quarter" idx="5"/>
          </p:nvPr>
        </p:nvSpPr>
        <p:spPr/>
        <p:txBody>
          <a:bodyPr/>
          <a:lstStyle/>
          <a:p>
            <a:r>
              <a:rPr lang="en-GB" dirty="0"/>
              <a:t>Slide </a:t>
            </a:r>
            <a:fld id="{4204CC51-62D5-4F80-9685-0A36C295241E}" type="slidenum">
              <a:rPr lang="en-GB" smtClean="0"/>
              <a:pPr/>
              <a:t>1</a:t>
            </a:fld>
            <a:endParaRPr lang="en-GB" dirty="0"/>
          </a:p>
        </p:txBody>
      </p:sp>
    </p:spTree>
    <p:extLst>
      <p:ext uri="{BB962C8B-B14F-4D97-AF65-F5344CB8AC3E}">
        <p14:creationId xmlns:p14="http://schemas.microsoft.com/office/powerpoint/2010/main" val="2744257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61FD5085-2CF3-44BB-93FB-F6C28B149E6C}" type="datetime3">
              <a:rPr lang="en-GB" smtClean="0"/>
              <a:pPr/>
              <a:t>23 October, 2025</a:t>
            </a:fld>
            <a:endParaRPr lang="en-GB" dirty="0"/>
          </a:p>
        </p:txBody>
      </p:sp>
      <p:sp>
        <p:nvSpPr>
          <p:cNvPr id="5" name="Slide Number Placeholder 4"/>
          <p:cNvSpPr>
            <a:spLocks noGrp="1"/>
          </p:cNvSpPr>
          <p:nvPr>
            <p:ph type="sldNum" sz="quarter" idx="5"/>
          </p:nvPr>
        </p:nvSpPr>
        <p:spPr/>
        <p:txBody>
          <a:bodyPr/>
          <a:lstStyle/>
          <a:p>
            <a:r>
              <a:rPr lang="en-GB" dirty="0"/>
              <a:t>Slide </a:t>
            </a:r>
            <a:fld id="{4204CC51-62D5-4F80-9685-0A36C295241E}" type="slidenum">
              <a:rPr lang="en-GB" smtClean="0"/>
              <a:pPr/>
              <a:t>2</a:t>
            </a:fld>
            <a:endParaRPr lang="en-GB" dirty="0"/>
          </a:p>
        </p:txBody>
      </p:sp>
    </p:spTree>
    <p:extLst>
      <p:ext uri="{BB962C8B-B14F-4D97-AF65-F5344CB8AC3E}">
        <p14:creationId xmlns:p14="http://schemas.microsoft.com/office/powerpoint/2010/main" val="4219870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61FD5085-2CF3-44BB-93FB-F6C28B149E6C}" type="datetime3">
              <a:rPr lang="en-GB" smtClean="0"/>
              <a:pPr/>
              <a:t>23 October, 2025</a:t>
            </a:fld>
            <a:endParaRPr lang="en-GB" dirty="0"/>
          </a:p>
        </p:txBody>
      </p:sp>
      <p:sp>
        <p:nvSpPr>
          <p:cNvPr id="5" name="Slide Number Placeholder 4"/>
          <p:cNvSpPr>
            <a:spLocks noGrp="1"/>
          </p:cNvSpPr>
          <p:nvPr>
            <p:ph type="sldNum" sz="quarter" idx="5"/>
          </p:nvPr>
        </p:nvSpPr>
        <p:spPr/>
        <p:txBody>
          <a:bodyPr/>
          <a:lstStyle/>
          <a:p>
            <a:r>
              <a:rPr lang="en-GB" dirty="0"/>
              <a:t>Slide </a:t>
            </a:r>
            <a:fld id="{4204CC51-62D5-4F80-9685-0A36C295241E}" type="slidenum">
              <a:rPr lang="en-GB" smtClean="0"/>
              <a:pPr/>
              <a:t>3</a:t>
            </a:fld>
            <a:endParaRPr lang="en-GB" dirty="0"/>
          </a:p>
        </p:txBody>
      </p:sp>
    </p:spTree>
    <p:extLst>
      <p:ext uri="{BB962C8B-B14F-4D97-AF65-F5344CB8AC3E}">
        <p14:creationId xmlns:p14="http://schemas.microsoft.com/office/powerpoint/2010/main" val="3375829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61FD5085-2CF3-44BB-93FB-F6C28B149E6C}" type="datetime3">
              <a:rPr lang="en-GB" smtClean="0"/>
              <a:pPr/>
              <a:t>23 October, 2025</a:t>
            </a:fld>
            <a:endParaRPr lang="en-GB" dirty="0"/>
          </a:p>
        </p:txBody>
      </p:sp>
      <p:sp>
        <p:nvSpPr>
          <p:cNvPr id="5" name="Slide Number Placeholder 4"/>
          <p:cNvSpPr>
            <a:spLocks noGrp="1"/>
          </p:cNvSpPr>
          <p:nvPr>
            <p:ph type="sldNum" sz="quarter" idx="5"/>
          </p:nvPr>
        </p:nvSpPr>
        <p:spPr/>
        <p:txBody>
          <a:bodyPr/>
          <a:lstStyle/>
          <a:p>
            <a:r>
              <a:rPr lang="en-GB" dirty="0"/>
              <a:t>Slide </a:t>
            </a:r>
            <a:fld id="{4204CC51-62D5-4F80-9685-0A36C295241E}" type="slidenum">
              <a:rPr lang="en-GB" smtClean="0"/>
              <a:pPr/>
              <a:t>4</a:t>
            </a:fld>
            <a:endParaRPr lang="en-GB" dirty="0"/>
          </a:p>
        </p:txBody>
      </p:sp>
    </p:spTree>
    <p:extLst>
      <p:ext uri="{BB962C8B-B14F-4D97-AF65-F5344CB8AC3E}">
        <p14:creationId xmlns:p14="http://schemas.microsoft.com/office/powerpoint/2010/main" val="1845686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61FD5085-2CF3-44BB-93FB-F6C28B149E6C}" type="datetime3">
              <a:rPr lang="en-GB" smtClean="0"/>
              <a:pPr/>
              <a:t>23 October, 2025</a:t>
            </a:fld>
            <a:endParaRPr lang="en-GB" dirty="0"/>
          </a:p>
        </p:txBody>
      </p:sp>
      <p:sp>
        <p:nvSpPr>
          <p:cNvPr id="5" name="Slide Number Placeholder 4"/>
          <p:cNvSpPr>
            <a:spLocks noGrp="1"/>
          </p:cNvSpPr>
          <p:nvPr>
            <p:ph type="sldNum" sz="quarter" idx="5"/>
          </p:nvPr>
        </p:nvSpPr>
        <p:spPr/>
        <p:txBody>
          <a:bodyPr/>
          <a:lstStyle/>
          <a:p>
            <a:r>
              <a:rPr lang="en-GB" dirty="0"/>
              <a:t>Slide </a:t>
            </a:r>
            <a:fld id="{4204CC51-62D5-4F80-9685-0A36C295241E}" type="slidenum">
              <a:rPr lang="en-GB" smtClean="0"/>
              <a:pPr/>
              <a:t>5</a:t>
            </a:fld>
            <a:endParaRPr lang="en-GB" dirty="0"/>
          </a:p>
        </p:txBody>
      </p:sp>
    </p:spTree>
    <p:extLst>
      <p:ext uri="{BB962C8B-B14F-4D97-AF65-F5344CB8AC3E}">
        <p14:creationId xmlns:p14="http://schemas.microsoft.com/office/powerpoint/2010/main" val="34482421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61FD5085-2CF3-44BB-93FB-F6C28B149E6C}" type="datetime3">
              <a:rPr lang="en-GB" smtClean="0"/>
              <a:pPr/>
              <a:t>23 October, 2025</a:t>
            </a:fld>
            <a:endParaRPr lang="en-GB" dirty="0"/>
          </a:p>
        </p:txBody>
      </p:sp>
      <p:sp>
        <p:nvSpPr>
          <p:cNvPr id="5" name="Slide Number Placeholder 4"/>
          <p:cNvSpPr>
            <a:spLocks noGrp="1"/>
          </p:cNvSpPr>
          <p:nvPr>
            <p:ph type="sldNum" sz="quarter" idx="5"/>
          </p:nvPr>
        </p:nvSpPr>
        <p:spPr/>
        <p:txBody>
          <a:bodyPr/>
          <a:lstStyle/>
          <a:p>
            <a:r>
              <a:rPr lang="en-GB" dirty="0"/>
              <a:t>Slide </a:t>
            </a:r>
            <a:fld id="{4204CC51-62D5-4F80-9685-0A36C295241E}" type="slidenum">
              <a:rPr lang="en-GB" smtClean="0"/>
              <a:pPr/>
              <a:t>6</a:t>
            </a:fld>
            <a:endParaRPr lang="en-GB" dirty="0"/>
          </a:p>
        </p:txBody>
      </p:sp>
    </p:spTree>
    <p:extLst>
      <p:ext uri="{BB962C8B-B14F-4D97-AF65-F5344CB8AC3E}">
        <p14:creationId xmlns:p14="http://schemas.microsoft.com/office/powerpoint/2010/main" val="29024538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CD76D-7BBC-D24F-903E-A7C70312E1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FF0596-6ED8-421C-304D-2071CDBE04EE}"/>
              </a:ext>
            </a:extLst>
          </p:cNvPr>
          <p:cNvSpPr>
            <a:spLocks noGrp="1" noRot="1" noChangeAspect="1"/>
          </p:cNvSpPr>
          <p:nvPr>
            <p:ph type="sldImg"/>
          </p:nvPr>
        </p:nvSpPr>
        <p:spPr>
          <a:xfrm>
            <a:off x="1519238" y="684213"/>
            <a:ext cx="3819525" cy="2149475"/>
          </a:xfrm>
        </p:spPr>
      </p:sp>
      <p:sp>
        <p:nvSpPr>
          <p:cNvPr id="3" name="Notes Placeholder 2">
            <a:extLst>
              <a:ext uri="{FF2B5EF4-FFF2-40B4-BE49-F238E27FC236}">
                <a16:creationId xmlns:a16="http://schemas.microsoft.com/office/drawing/2014/main" id="{0762CC28-AA09-BA45-922E-C4807160DA31}"/>
              </a:ext>
            </a:extLst>
          </p:cNvPr>
          <p:cNvSpPr>
            <a:spLocks noGrp="1"/>
          </p:cNvSpPr>
          <p:nvPr>
            <p:ph type="body" idx="1"/>
          </p:nvPr>
        </p:nvSpPr>
        <p:spPr/>
        <p:txBody>
          <a:bodyPr/>
          <a:lstStyle/>
          <a:p>
            <a:endParaRPr lang="en-US" dirty="0"/>
          </a:p>
        </p:txBody>
      </p:sp>
      <p:sp>
        <p:nvSpPr>
          <p:cNvPr id="4" name="Date Placeholder 3">
            <a:extLst>
              <a:ext uri="{FF2B5EF4-FFF2-40B4-BE49-F238E27FC236}">
                <a16:creationId xmlns:a16="http://schemas.microsoft.com/office/drawing/2014/main" id="{5E928987-EA9D-15A5-7A42-31F9716E9412}"/>
              </a:ext>
            </a:extLst>
          </p:cNvPr>
          <p:cNvSpPr>
            <a:spLocks noGrp="1"/>
          </p:cNvSpPr>
          <p:nvPr>
            <p:ph type="dt" idx="1"/>
          </p:nvPr>
        </p:nvSpPr>
        <p:spPr/>
        <p:txBody>
          <a:bodyPr/>
          <a:lstStyle/>
          <a:p>
            <a:fld id="{61FD5085-2CF3-44BB-93FB-F6C28B149E6C}" type="datetime3">
              <a:rPr lang="en-GB" smtClean="0"/>
              <a:pPr/>
              <a:t>23 October, 2025</a:t>
            </a:fld>
            <a:endParaRPr lang="en-GB" dirty="0"/>
          </a:p>
        </p:txBody>
      </p:sp>
      <p:sp>
        <p:nvSpPr>
          <p:cNvPr id="5" name="Slide Number Placeholder 4">
            <a:extLst>
              <a:ext uri="{FF2B5EF4-FFF2-40B4-BE49-F238E27FC236}">
                <a16:creationId xmlns:a16="http://schemas.microsoft.com/office/drawing/2014/main" id="{50CEABCD-BE93-8578-747D-BA73C857FFEE}"/>
              </a:ext>
            </a:extLst>
          </p:cNvPr>
          <p:cNvSpPr>
            <a:spLocks noGrp="1"/>
          </p:cNvSpPr>
          <p:nvPr>
            <p:ph type="sldNum" sz="quarter" idx="5"/>
          </p:nvPr>
        </p:nvSpPr>
        <p:spPr/>
        <p:txBody>
          <a:bodyPr/>
          <a:lstStyle/>
          <a:p>
            <a:r>
              <a:rPr lang="en-GB" dirty="0"/>
              <a:t>Slide </a:t>
            </a:r>
            <a:fld id="{4204CC51-62D5-4F80-9685-0A36C295241E}" type="slidenum">
              <a:rPr lang="en-GB" smtClean="0"/>
              <a:pPr/>
              <a:t>7</a:t>
            </a:fld>
            <a:endParaRPr lang="en-GB" dirty="0"/>
          </a:p>
        </p:txBody>
      </p:sp>
    </p:spTree>
    <p:extLst>
      <p:ext uri="{BB962C8B-B14F-4D97-AF65-F5344CB8AC3E}">
        <p14:creationId xmlns:p14="http://schemas.microsoft.com/office/powerpoint/2010/main" val="10120543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8FDA5-1BDC-2B74-0E09-80943291D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F7560E-D392-E112-949F-107BB2B22F12}"/>
              </a:ext>
            </a:extLst>
          </p:cNvPr>
          <p:cNvSpPr>
            <a:spLocks noGrp="1" noRot="1" noChangeAspect="1"/>
          </p:cNvSpPr>
          <p:nvPr>
            <p:ph type="sldImg"/>
          </p:nvPr>
        </p:nvSpPr>
        <p:spPr>
          <a:xfrm>
            <a:off x="1519238" y="684213"/>
            <a:ext cx="3819525" cy="2149475"/>
          </a:xfrm>
        </p:spPr>
      </p:sp>
      <p:sp>
        <p:nvSpPr>
          <p:cNvPr id="3" name="Notes Placeholder 2">
            <a:extLst>
              <a:ext uri="{FF2B5EF4-FFF2-40B4-BE49-F238E27FC236}">
                <a16:creationId xmlns:a16="http://schemas.microsoft.com/office/drawing/2014/main" id="{57CDCC8F-8565-7F0F-E606-16ED29298E7C}"/>
              </a:ext>
            </a:extLst>
          </p:cNvPr>
          <p:cNvSpPr>
            <a:spLocks noGrp="1"/>
          </p:cNvSpPr>
          <p:nvPr>
            <p:ph type="body" idx="1"/>
          </p:nvPr>
        </p:nvSpPr>
        <p:spPr/>
        <p:txBody>
          <a:bodyPr/>
          <a:lstStyle/>
          <a:p>
            <a:endParaRPr lang="en-US" dirty="0"/>
          </a:p>
        </p:txBody>
      </p:sp>
      <p:sp>
        <p:nvSpPr>
          <p:cNvPr id="4" name="Date Placeholder 3">
            <a:extLst>
              <a:ext uri="{FF2B5EF4-FFF2-40B4-BE49-F238E27FC236}">
                <a16:creationId xmlns:a16="http://schemas.microsoft.com/office/drawing/2014/main" id="{38368BCC-1938-F5EB-5361-0637377D3A1E}"/>
              </a:ext>
            </a:extLst>
          </p:cNvPr>
          <p:cNvSpPr>
            <a:spLocks noGrp="1"/>
          </p:cNvSpPr>
          <p:nvPr>
            <p:ph type="dt" idx="1"/>
          </p:nvPr>
        </p:nvSpPr>
        <p:spPr/>
        <p:txBody>
          <a:bodyPr/>
          <a:lstStyle/>
          <a:p>
            <a:fld id="{61FD5085-2CF3-44BB-93FB-F6C28B149E6C}" type="datetime3">
              <a:rPr lang="en-GB" smtClean="0"/>
              <a:pPr/>
              <a:t>23 October, 2025</a:t>
            </a:fld>
            <a:endParaRPr lang="en-GB" dirty="0"/>
          </a:p>
        </p:txBody>
      </p:sp>
      <p:sp>
        <p:nvSpPr>
          <p:cNvPr id="5" name="Slide Number Placeholder 4">
            <a:extLst>
              <a:ext uri="{FF2B5EF4-FFF2-40B4-BE49-F238E27FC236}">
                <a16:creationId xmlns:a16="http://schemas.microsoft.com/office/drawing/2014/main" id="{F7D720A3-509E-8841-8AF0-713E2F151FDA}"/>
              </a:ext>
            </a:extLst>
          </p:cNvPr>
          <p:cNvSpPr>
            <a:spLocks noGrp="1"/>
          </p:cNvSpPr>
          <p:nvPr>
            <p:ph type="sldNum" sz="quarter" idx="5"/>
          </p:nvPr>
        </p:nvSpPr>
        <p:spPr/>
        <p:txBody>
          <a:bodyPr/>
          <a:lstStyle/>
          <a:p>
            <a:r>
              <a:rPr lang="en-GB" dirty="0"/>
              <a:t>Slide </a:t>
            </a:r>
            <a:fld id="{4204CC51-62D5-4F80-9685-0A36C295241E}" type="slidenum">
              <a:rPr lang="en-GB" smtClean="0"/>
              <a:pPr/>
              <a:t>8</a:t>
            </a:fld>
            <a:endParaRPr lang="en-GB" dirty="0"/>
          </a:p>
        </p:txBody>
      </p:sp>
    </p:spTree>
    <p:extLst>
      <p:ext uri="{BB962C8B-B14F-4D97-AF65-F5344CB8AC3E}">
        <p14:creationId xmlns:p14="http://schemas.microsoft.com/office/powerpoint/2010/main" val="5856727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2348A-5596-3E5A-0C25-15D986C9D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381A5B-C7EE-BE1E-BA73-A7103548919A}"/>
              </a:ext>
            </a:extLst>
          </p:cNvPr>
          <p:cNvSpPr>
            <a:spLocks noGrp="1" noRot="1" noChangeAspect="1"/>
          </p:cNvSpPr>
          <p:nvPr>
            <p:ph type="sldImg"/>
          </p:nvPr>
        </p:nvSpPr>
        <p:spPr>
          <a:xfrm>
            <a:off x="1519238" y="684213"/>
            <a:ext cx="3819525" cy="2149475"/>
          </a:xfrm>
        </p:spPr>
      </p:sp>
      <p:sp>
        <p:nvSpPr>
          <p:cNvPr id="3" name="Notes Placeholder 2">
            <a:extLst>
              <a:ext uri="{FF2B5EF4-FFF2-40B4-BE49-F238E27FC236}">
                <a16:creationId xmlns:a16="http://schemas.microsoft.com/office/drawing/2014/main" id="{01CCF2A8-5BC7-DE2E-C96A-74FA427CBC17}"/>
              </a:ext>
            </a:extLst>
          </p:cNvPr>
          <p:cNvSpPr>
            <a:spLocks noGrp="1"/>
          </p:cNvSpPr>
          <p:nvPr>
            <p:ph type="body" idx="1"/>
          </p:nvPr>
        </p:nvSpPr>
        <p:spPr/>
        <p:txBody>
          <a:bodyPr/>
          <a:lstStyle/>
          <a:p>
            <a:endParaRPr lang="en-US" dirty="0"/>
          </a:p>
        </p:txBody>
      </p:sp>
      <p:sp>
        <p:nvSpPr>
          <p:cNvPr id="4" name="Date Placeholder 3">
            <a:extLst>
              <a:ext uri="{FF2B5EF4-FFF2-40B4-BE49-F238E27FC236}">
                <a16:creationId xmlns:a16="http://schemas.microsoft.com/office/drawing/2014/main" id="{B1CD2C03-D406-5871-F729-B464FD3BB3E7}"/>
              </a:ext>
            </a:extLst>
          </p:cNvPr>
          <p:cNvSpPr>
            <a:spLocks noGrp="1"/>
          </p:cNvSpPr>
          <p:nvPr>
            <p:ph type="dt" idx="1"/>
          </p:nvPr>
        </p:nvSpPr>
        <p:spPr/>
        <p:txBody>
          <a:bodyPr/>
          <a:lstStyle/>
          <a:p>
            <a:fld id="{61FD5085-2CF3-44BB-93FB-F6C28B149E6C}" type="datetime3">
              <a:rPr lang="en-GB" smtClean="0"/>
              <a:pPr/>
              <a:t>23 October, 2025</a:t>
            </a:fld>
            <a:endParaRPr lang="en-GB" dirty="0"/>
          </a:p>
        </p:txBody>
      </p:sp>
      <p:sp>
        <p:nvSpPr>
          <p:cNvPr id="5" name="Slide Number Placeholder 4">
            <a:extLst>
              <a:ext uri="{FF2B5EF4-FFF2-40B4-BE49-F238E27FC236}">
                <a16:creationId xmlns:a16="http://schemas.microsoft.com/office/drawing/2014/main" id="{018C62F8-583E-047A-91C3-E72BE80A91AD}"/>
              </a:ext>
            </a:extLst>
          </p:cNvPr>
          <p:cNvSpPr>
            <a:spLocks noGrp="1"/>
          </p:cNvSpPr>
          <p:nvPr>
            <p:ph type="sldNum" sz="quarter" idx="5"/>
          </p:nvPr>
        </p:nvSpPr>
        <p:spPr/>
        <p:txBody>
          <a:bodyPr/>
          <a:lstStyle/>
          <a:p>
            <a:r>
              <a:rPr lang="en-GB" dirty="0"/>
              <a:t>Slide </a:t>
            </a:r>
            <a:fld id="{4204CC51-62D5-4F80-9685-0A36C295241E}" type="slidenum">
              <a:rPr lang="en-GB" smtClean="0"/>
              <a:pPr/>
              <a:t>11</a:t>
            </a:fld>
            <a:endParaRPr lang="en-GB" dirty="0"/>
          </a:p>
        </p:txBody>
      </p:sp>
    </p:spTree>
    <p:extLst>
      <p:ext uri="{BB962C8B-B14F-4D97-AF65-F5344CB8AC3E}">
        <p14:creationId xmlns:p14="http://schemas.microsoft.com/office/powerpoint/2010/main" val="14512224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27538-BAA7-A405-DC52-661F0F7D91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635D4D-D18D-7FF0-071F-BB094FF343C8}"/>
              </a:ext>
            </a:extLst>
          </p:cNvPr>
          <p:cNvSpPr>
            <a:spLocks noGrp="1" noRot="1" noChangeAspect="1"/>
          </p:cNvSpPr>
          <p:nvPr>
            <p:ph type="sldImg"/>
          </p:nvPr>
        </p:nvSpPr>
        <p:spPr>
          <a:xfrm>
            <a:off x="1519238" y="684213"/>
            <a:ext cx="3819525" cy="2149475"/>
          </a:xfrm>
        </p:spPr>
      </p:sp>
      <p:sp>
        <p:nvSpPr>
          <p:cNvPr id="3" name="Notes Placeholder 2">
            <a:extLst>
              <a:ext uri="{FF2B5EF4-FFF2-40B4-BE49-F238E27FC236}">
                <a16:creationId xmlns:a16="http://schemas.microsoft.com/office/drawing/2014/main" id="{587DDC6B-60E9-8692-E34D-14CC0EBCBAB5}"/>
              </a:ext>
            </a:extLst>
          </p:cNvPr>
          <p:cNvSpPr>
            <a:spLocks noGrp="1"/>
          </p:cNvSpPr>
          <p:nvPr>
            <p:ph type="body" idx="1"/>
          </p:nvPr>
        </p:nvSpPr>
        <p:spPr/>
        <p:txBody>
          <a:bodyPr/>
          <a:lstStyle/>
          <a:p>
            <a:endParaRPr lang="en-US" dirty="0"/>
          </a:p>
        </p:txBody>
      </p:sp>
      <p:sp>
        <p:nvSpPr>
          <p:cNvPr id="4" name="Date Placeholder 3">
            <a:extLst>
              <a:ext uri="{FF2B5EF4-FFF2-40B4-BE49-F238E27FC236}">
                <a16:creationId xmlns:a16="http://schemas.microsoft.com/office/drawing/2014/main" id="{3F6DE5FA-9C65-7C43-01EE-DC2225417DBB}"/>
              </a:ext>
            </a:extLst>
          </p:cNvPr>
          <p:cNvSpPr>
            <a:spLocks noGrp="1"/>
          </p:cNvSpPr>
          <p:nvPr>
            <p:ph type="dt" idx="1"/>
          </p:nvPr>
        </p:nvSpPr>
        <p:spPr/>
        <p:txBody>
          <a:bodyPr/>
          <a:lstStyle/>
          <a:p>
            <a:fld id="{61FD5085-2CF3-44BB-93FB-F6C28B149E6C}" type="datetime3">
              <a:rPr lang="en-GB" smtClean="0"/>
              <a:pPr/>
              <a:t>23 October, 2025</a:t>
            </a:fld>
            <a:endParaRPr lang="en-GB" dirty="0"/>
          </a:p>
        </p:txBody>
      </p:sp>
      <p:sp>
        <p:nvSpPr>
          <p:cNvPr id="5" name="Slide Number Placeholder 4">
            <a:extLst>
              <a:ext uri="{FF2B5EF4-FFF2-40B4-BE49-F238E27FC236}">
                <a16:creationId xmlns:a16="http://schemas.microsoft.com/office/drawing/2014/main" id="{4CA59405-A7FB-47D7-2FC2-F496F7F8B501}"/>
              </a:ext>
            </a:extLst>
          </p:cNvPr>
          <p:cNvSpPr>
            <a:spLocks noGrp="1"/>
          </p:cNvSpPr>
          <p:nvPr>
            <p:ph type="sldNum" sz="quarter" idx="5"/>
          </p:nvPr>
        </p:nvSpPr>
        <p:spPr/>
        <p:txBody>
          <a:bodyPr/>
          <a:lstStyle/>
          <a:p>
            <a:r>
              <a:rPr lang="en-GB" dirty="0"/>
              <a:t>Slide </a:t>
            </a:r>
            <a:fld id="{4204CC51-62D5-4F80-9685-0A36C295241E}" type="slidenum">
              <a:rPr lang="en-GB" smtClean="0"/>
              <a:pPr/>
              <a:t>13</a:t>
            </a:fld>
            <a:endParaRPr lang="en-GB" dirty="0"/>
          </a:p>
        </p:txBody>
      </p:sp>
    </p:spTree>
    <p:extLst>
      <p:ext uri="{BB962C8B-B14F-4D97-AF65-F5344CB8AC3E}">
        <p14:creationId xmlns:p14="http://schemas.microsoft.com/office/powerpoint/2010/main" val="1245528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fld id="{61FD5085-2CF3-44BB-93FB-F6C28B149E6C}" type="datetime3">
              <a:rPr lang="en-GB" smtClean="0"/>
              <a:pPr/>
              <a:t>23 October, 2025</a:t>
            </a:fld>
            <a:endParaRPr lang="en-GB" dirty="0"/>
          </a:p>
        </p:txBody>
      </p:sp>
      <p:sp>
        <p:nvSpPr>
          <p:cNvPr id="5" name="Slide Number Placeholder 4"/>
          <p:cNvSpPr>
            <a:spLocks noGrp="1"/>
          </p:cNvSpPr>
          <p:nvPr>
            <p:ph type="sldNum" sz="quarter" idx="5"/>
          </p:nvPr>
        </p:nvSpPr>
        <p:spPr/>
        <p:txBody>
          <a:bodyPr/>
          <a:lstStyle/>
          <a:p>
            <a:r>
              <a:rPr lang="en-GB"/>
              <a:t>Slide </a:t>
            </a:r>
            <a:fld id="{4204CC51-62D5-4F80-9685-0A36C295241E}" type="slidenum">
              <a:rPr lang="en-GB" smtClean="0"/>
              <a:pPr/>
              <a:t>19</a:t>
            </a:fld>
            <a:endParaRPr lang="en-GB" dirty="0"/>
          </a:p>
        </p:txBody>
      </p:sp>
    </p:spTree>
    <p:extLst>
      <p:ext uri="{BB962C8B-B14F-4D97-AF65-F5344CB8AC3E}">
        <p14:creationId xmlns:p14="http://schemas.microsoft.com/office/powerpoint/2010/main" val="27311586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61FD5085-2CF3-44BB-93FB-F6C28B149E6C}" type="datetime3">
              <a:rPr lang="en-GB" smtClean="0"/>
              <a:pPr/>
              <a:t>23 October, 2025</a:t>
            </a:fld>
            <a:endParaRPr lang="en-GB" dirty="0"/>
          </a:p>
        </p:txBody>
      </p:sp>
      <p:sp>
        <p:nvSpPr>
          <p:cNvPr id="5" name="Slide Number Placeholder 4"/>
          <p:cNvSpPr>
            <a:spLocks noGrp="1"/>
          </p:cNvSpPr>
          <p:nvPr>
            <p:ph type="sldNum" sz="quarter" idx="5"/>
          </p:nvPr>
        </p:nvSpPr>
        <p:spPr/>
        <p:txBody>
          <a:bodyPr/>
          <a:lstStyle/>
          <a:p>
            <a:r>
              <a:rPr lang="en-GB" dirty="0"/>
              <a:t>Slide </a:t>
            </a:r>
            <a:fld id="{4204CC51-62D5-4F80-9685-0A36C295241E}" type="slidenum">
              <a:rPr lang="en-GB" smtClean="0"/>
              <a:pPr/>
              <a:t>27</a:t>
            </a:fld>
            <a:endParaRPr lang="en-GB" dirty="0"/>
          </a:p>
        </p:txBody>
      </p:sp>
    </p:spTree>
    <p:extLst>
      <p:ext uri="{BB962C8B-B14F-4D97-AF65-F5344CB8AC3E}">
        <p14:creationId xmlns:p14="http://schemas.microsoft.com/office/powerpoint/2010/main" val="30127441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235CA-69E3-DBF9-85DD-DDBF544A73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0ADD3-36E7-64C9-6609-00AD482F07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68652B-B907-F2EF-EC43-5E17CBE48D03}"/>
              </a:ext>
            </a:extLst>
          </p:cNvPr>
          <p:cNvSpPr>
            <a:spLocks noGrp="1"/>
          </p:cNvSpPr>
          <p:nvPr>
            <p:ph type="body" idx="1"/>
          </p:nvPr>
        </p:nvSpPr>
        <p:spPr/>
        <p:txBody>
          <a:bodyPr/>
          <a:lstStyle/>
          <a:p>
            <a:endParaRPr lang="en-US" dirty="0"/>
          </a:p>
        </p:txBody>
      </p:sp>
      <p:sp>
        <p:nvSpPr>
          <p:cNvPr id="4" name="Date Placeholder 3">
            <a:extLst>
              <a:ext uri="{FF2B5EF4-FFF2-40B4-BE49-F238E27FC236}">
                <a16:creationId xmlns:a16="http://schemas.microsoft.com/office/drawing/2014/main" id="{593DA031-7819-0A74-6599-4053A2C7543B}"/>
              </a:ext>
            </a:extLst>
          </p:cNvPr>
          <p:cNvSpPr>
            <a:spLocks noGrp="1"/>
          </p:cNvSpPr>
          <p:nvPr>
            <p:ph type="dt" idx="1"/>
          </p:nvPr>
        </p:nvSpPr>
        <p:spPr/>
        <p:txBody>
          <a:bodyPr/>
          <a:lstStyle/>
          <a:p>
            <a:fld id="{61FD5085-2CF3-44BB-93FB-F6C28B149E6C}" type="datetime3">
              <a:rPr lang="en-GB" smtClean="0"/>
              <a:pPr/>
              <a:t>23 October, 2025</a:t>
            </a:fld>
            <a:endParaRPr lang="en-GB" dirty="0"/>
          </a:p>
        </p:txBody>
      </p:sp>
      <p:sp>
        <p:nvSpPr>
          <p:cNvPr id="5" name="Slide Number Placeholder 4">
            <a:extLst>
              <a:ext uri="{FF2B5EF4-FFF2-40B4-BE49-F238E27FC236}">
                <a16:creationId xmlns:a16="http://schemas.microsoft.com/office/drawing/2014/main" id="{201E49A6-501A-C03E-A899-9B967E191792}"/>
              </a:ext>
            </a:extLst>
          </p:cNvPr>
          <p:cNvSpPr>
            <a:spLocks noGrp="1"/>
          </p:cNvSpPr>
          <p:nvPr>
            <p:ph type="sldNum" sz="quarter" idx="5"/>
          </p:nvPr>
        </p:nvSpPr>
        <p:spPr/>
        <p:txBody>
          <a:bodyPr/>
          <a:lstStyle/>
          <a:p>
            <a:r>
              <a:rPr lang="en-GB" dirty="0"/>
              <a:t>Slide </a:t>
            </a:r>
            <a:fld id="{4204CC51-62D5-4F80-9685-0A36C295241E}" type="slidenum">
              <a:rPr lang="en-GB" smtClean="0"/>
              <a:pPr/>
              <a:t>28</a:t>
            </a:fld>
            <a:endParaRPr lang="en-GB" dirty="0"/>
          </a:p>
        </p:txBody>
      </p:sp>
    </p:spTree>
    <p:extLst>
      <p:ext uri="{BB962C8B-B14F-4D97-AF65-F5344CB8AC3E}">
        <p14:creationId xmlns:p14="http://schemas.microsoft.com/office/powerpoint/2010/main" val="34365131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61FD5085-2CF3-44BB-93FB-F6C28B149E6C}" type="datetime3">
              <a:rPr lang="en-GB" smtClean="0"/>
              <a:pPr/>
              <a:t>23 October, 2025</a:t>
            </a:fld>
            <a:endParaRPr lang="en-GB" dirty="0"/>
          </a:p>
        </p:txBody>
      </p:sp>
      <p:sp>
        <p:nvSpPr>
          <p:cNvPr id="5" name="Slide Number Placeholder 4"/>
          <p:cNvSpPr>
            <a:spLocks noGrp="1"/>
          </p:cNvSpPr>
          <p:nvPr>
            <p:ph type="sldNum" sz="quarter" idx="5"/>
          </p:nvPr>
        </p:nvSpPr>
        <p:spPr/>
        <p:txBody>
          <a:bodyPr/>
          <a:lstStyle/>
          <a:p>
            <a:r>
              <a:rPr lang="en-GB" dirty="0"/>
              <a:t>Slide </a:t>
            </a:r>
            <a:fld id="{4204CC51-62D5-4F80-9685-0A36C295241E}" type="slidenum">
              <a:rPr lang="en-GB" smtClean="0"/>
              <a:pPr/>
              <a:t>29</a:t>
            </a:fld>
            <a:endParaRPr lang="en-GB" dirty="0"/>
          </a:p>
        </p:txBody>
      </p:sp>
    </p:spTree>
    <p:extLst>
      <p:ext uri="{BB962C8B-B14F-4D97-AF65-F5344CB8AC3E}">
        <p14:creationId xmlns:p14="http://schemas.microsoft.com/office/powerpoint/2010/main" val="12138426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10.xml"/><Relationship Id="rId7"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CB348-8279-41F3-9980-A1172114C4E3}"/>
              </a:ext>
            </a:extLst>
          </p:cNvPr>
          <p:cNvSpPr>
            <a:spLocks noGrp="1"/>
          </p:cNvSpPr>
          <p:nvPr>
            <p:ph type="ctrTitle" hasCustomPrompt="1"/>
          </p:nvPr>
        </p:nvSpPr>
        <p:spPr>
          <a:xfrm>
            <a:off x="4259263" y="2508250"/>
            <a:ext cx="7381874" cy="554675"/>
          </a:xfrm>
          <a:prstGeom prst="rect">
            <a:avLst/>
          </a:prstGeom>
        </p:spPr>
        <p:txBody>
          <a:bodyPr wrap="square" anchor="ctr">
            <a:noAutofit/>
          </a:bodyPr>
          <a:lstStyle>
            <a:lvl1pPr algn="l">
              <a:lnSpc>
                <a:spcPct val="100000"/>
              </a:lnSpc>
              <a:defRPr sz="3200" kern="1200" cap="none" baseline="0">
                <a:latin typeface="+mj-lt"/>
              </a:defRPr>
            </a:lvl1pPr>
          </a:lstStyle>
          <a:p>
            <a:r>
              <a:rPr lang="en-GB" noProof="0" dirty="0"/>
              <a:t>Enter title – just one line</a:t>
            </a:r>
          </a:p>
        </p:txBody>
      </p:sp>
      <p:pic>
        <p:nvPicPr>
          <p:cNvPr id="4" name="Bild 3">
            <a:extLst>
              <a:ext uri="{FF2B5EF4-FFF2-40B4-BE49-F238E27FC236}">
                <a16:creationId xmlns:a16="http://schemas.microsoft.com/office/drawing/2014/main" id="{0C32FF60-6FE8-4461-972D-A358F170825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40000" y="2520000"/>
            <a:ext cx="2286000" cy="542925"/>
          </a:xfrm>
          <a:prstGeom prst="rect">
            <a:avLst/>
          </a:prstGeom>
        </p:spPr>
      </p:pic>
      <p:sp>
        <p:nvSpPr>
          <p:cNvPr id="6" name="Text Placeholder 5">
            <a:extLst>
              <a:ext uri="{FF2B5EF4-FFF2-40B4-BE49-F238E27FC236}">
                <a16:creationId xmlns:a16="http://schemas.microsoft.com/office/drawing/2014/main" id="{FAA584E0-8547-4EBA-93A4-9919707E8DBE}"/>
              </a:ext>
            </a:extLst>
          </p:cNvPr>
          <p:cNvSpPr>
            <a:spLocks noGrp="1"/>
          </p:cNvSpPr>
          <p:nvPr>
            <p:ph type="body" sz="quarter" idx="10" hasCustomPrompt="1"/>
          </p:nvPr>
        </p:nvSpPr>
        <p:spPr>
          <a:xfrm>
            <a:off x="4259263" y="3600000"/>
            <a:ext cx="5533667" cy="263149"/>
          </a:xfrm>
          <a:prstGeom prst="rect">
            <a:avLst/>
          </a:prstGeom>
        </p:spPr>
        <p:txBody>
          <a:bodyPr wrap="square">
            <a:spAutoFit/>
          </a:bodyPr>
          <a:lstStyle>
            <a:lvl1pPr algn="l">
              <a:spcBef>
                <a:spcPts val="0"/>
              </a:spcBef>
              <a:defRPr sz="1800">
                <a:latin typeface="+mj-lt"/>
              </a:defRPr>
            </a:lvl1pPr>
          </a:lstStyle>
          <a:p>
            <a:pPr lvl="0"/>
            <a:r>
              <a:rPr lang="en-GB" noProof="0" dirty="0"/>
              <a:t>Enter subtitle if needed</a:t>
            </a:r>
          </a:p>
        </p:txBody>
      </p:sp>
    </p:spTree>
    <p:extLst>
      <p:ext uri="{BB962C8B-B14F-4D97-AF65-F5344CB8AC3E}">
        <p14:creationId xmlns:p14="http://schemas.microsoft.com/office/powerpoint/2010/main" val="2690858978"/>
      </p:ext>
    </p:extLst>
  </p:cSld>
  <p:clrMapOvr>
    <a:masterClrMapping/>
  </p:clrMapOvr>
  <p:transition spd="med">
    <p:fade/>
  </p:transition>
  <p:extLst>
    <p:ext uri="{DCECCB84-F9BA-43D5-87BE-67443E8EF086}">
      <p15:sldGuideLst xmlns:p15="http://schemas.microsoft.com/office/powerpoint/2012/main">
        <p15:guide id="1" orient="horz" pos="1580" userDrawn="1">
          <p15:clr>
            <a:srgbClr val="FBAE40"/>
          </p15:clr>
        </p15:guide>
        <p15:guide id="2" orient="horz" pos="2160" userDrawn="1">
          <p15:clr>
            <a:srgbClr val="FBAE40"/>
          </p15:clr>
        </p15:guide>
        <p15:guide id="3" pos="268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_2">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0367AA3-7B6B-EF88-E736-BCCD975939B2}"/>
              </a:ext>
            </a:extLst>
          </p:cNvPr>
          <p:cNvPicPr>
            <a:picLocks noChangeAspect="1"/>
          </p:cNvPicPr>
          <p:nvPr userDrawn="1"/>
        </p:nvPicPr>
        <p:blipFill rotWithShape="1">
          <a:blip r:embed="rId2"/>
          <a:srcRect t="26419" r="18451" b="12627"/>
          <a:stretch/>
        </p:blipFill>
        <p:spPr>
          <a:xfrm>
            <a:off x="0" y="0"/>
            <a:ext cx="12207875" cy="6858000"/>
          </a:xfrm>
          <a:prstGeom prst="rect">
            <a:avLst/>
          </a:prstGeom>
        </p:spPr>
      </p:pic>
      <p:pic>
        <p:nvPicPr>
          <p:cNvPr id="8" name="Bild 3">
            <a:extLst>
              <a:ext uri="{FF2B5EF4-FFF2-40B4-BE49-F238E27FC236}">
                <a16:creationId xmlns:a16="http://schemas.microsoft.com/office/drawing/2014/main" id="{C2A41BA1-0EEB-DFD6-A64A-D2D44AF8708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40000" y="2520000"/>
            <a:ext cx="2286000" cy="542925"/>
          </a:xfrm>
          <a:prstGeom prst="rect">
            <a:avLst/>
          </a:prstGeom>
        </p:spPr>
      </p:pic>
      <p:sp>
        <p:nvSpPr>
          <p:cNvPr id="2" name="Title 1">
            <a:extLst>
              <a:ext uri="{FF2B5EF4-FFF2-40B4-BE49-F238E27FC236}">
                <a16:creationId xmlns:a16="http://schemas.microsoft.com/office/drawing/2014/main" id="{951CB348-8279-41F3-9980-A1172114C4E3}"/>
              </a:ext>
            </a:extLst>
          </p:cNvPr>
          <p:cNvSpPr>
            <a:spLocks noGrp="1"/>
          </p:cNvSpPr>
          <p:nvPr>
            <p:ph type="ctrTitle" hasCustomPrompt="1"/>
          </p:nvPr>
        </p:nvSpPr>
        <p:spPr>
          <a:xfrm>
            <a:off x="4259263" y="2508250"/>
            <a:ext cx="7381874" cy="554675"/>
          </a:xfrm>
          <a:prstGeom prst="rect">
            <a:avLst/>
          </a:prstGeom>
        </p:spPr>
        <p:txBody>
          <a:bodyPr wrap="square" anchor="ctr">
            <a:noAutofit/>
          </a:bodyPr>
          <a:lstStyle>
            <a:lvl1pPr algn="l">
              <a:lnSpc>
                <a:spcPct val="100000"/>
              </a:lnSpc>
              <a:defRPr sz="3200" kern="1200" cap="none" baseline="0">
                <a:solidFill>
                  <a:schemeClr val="bg1"/>
                </a:solidFill>
                <a:latin typeface="+mj-lt"/>
              </a:defRPr>
            </a:lvl1pPr>
          </a:lstStyle>
          <a:p>
            <a:r>
              <a:rPr lang="en-GB" noProof="0" dirty="0"/>
              <a:t>Enter title – just one line</a:t>
            </a:r>
          </a:p>
        </p:txBody>
      </p:sp>
      <p:sp>
        <p:nvSpPr>
          <p:cNvPr id="6" name="Text Placeholder 5">
            <a:extLst>
              <a:ext uri="{FF2B5EF4-FFF2-40B4-BE49-F238E27FC236}">
                <a16:creationId xmlns:a16="http://schemas.microsoft.com/office/drawing/2014/main" id="{FAA584E0-8547-4EBA-93A4-9919707E8DBE}"/>
              </a:ext>
            </a:extLst>
          </p:cNvPr>
          <p:cNvSpPr>
            <a:spLocks noGrp="1"/>
          </p:cNvSpPr>
          <p:nvPr>
            <p:ph type="body" sz="quarter" idx="10" hasCustomPrompt="1"/>
          </p:nvPr>
        </p:nvSpPr>
        <p:spPr>
          <a:xfrm>
            <a:off x="4259263" y="3600000"/>
            <a:ext cx="5533667" cy="263149"/>
          </a:xfrm>
          <a:prstGeom prst="rect">
            <a:avLst/>
          </a:prstGeom>
        </p:spPr>
        <p:txBody>
          <a:bodyPr wrap="square">
            <a:spAutoFit/>
          </a:bodyPr>
          <a:lstStyle>
            <a:lvl1pPr algn="l">
              <a:spcBef>
                <a:spcPts val="0"/>
              </a:spcBef>
              <a:defRPr sz="1800">
                <a:solidFill>
                  <a:schemeClr val="bg1"/>
                </a:solidFill>
                <a:latin typeface="+mj-lt"/>
              </a:defRPr>
            </a:lvl1pPr>
          </a:lstStyle>
          <a:p>
            <a:pPr lvl="0"/>
            <a:r>
              <a:rPr lang="en-GB" noProof="0" dirty="0"/>
              <a:t>Enter subtitle if needed</a:t>
            </a:r>
          </a:p>
        </p:txBody>
      </p:sp>
    </p:spTree>
    <p:extLst>
      <p:ext uri="{BB962C8B-B14F-4D97-AF65-F5344CB8AC3E}">
        <p14:creationId xmlns:p14="http://schemas.microsoft.com/office/powerpoint/2010/main" val="3307067238"/>
      </p:ext>
    </p:extLst>
  </p:cSld>
  <p:clrMapOvr>
    <a:masterClrMapping/>
  </p:clrMapOvr>
  <p:transition spd="med">
    <p:fade/>
  </p:transition>
  <p:extLst>
    <p:ext uri="{DCECCB84-F9BA-43D5-87BE-67443E8EF086}">
      <p15:sldGuideLst xmlns:p15="http://schemas.microsoft.com/office/powerpoint/2012/main">
        <p15:guide id="1" orient="horz" pos="1580">
          <p15:clr>
            <a:srgbClr val="FBAE40"/>
          </p15:clr>
        </p15:guide>
        <p15:guide id="2" orient="horz" pos="2160" userDrawn="1">
          <p15:clr>
            <a:srgbClr val="FBAE40"/>
          </p15:clr>
        </p15:guide>
        <p15:guide id="3" pos="268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_3 dark pic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57E568-4A82-5546-14C5-F4208727E41E}"/>
              </a:ext>
            </a:extLst>
          </p:cNvPr>
          <p:cNvSpPr>
            <a:spLocks noGrp="1"/>
          </p:cNvSpPr>
          <p:nvPr>
            <p:ph type="pic" sz="quarter" idx="11" hasCustomPrompt="1"/>
          </p:nvPr>
        </p:nvSpPr>
        <p:spPr>
          <a:xfrm>
            <a:off x="0" y="0"/>
            <a:ext cx="12192000" cy="6858000"/>
          </a:xfrm>
          <a:noFill/>
        </p:spPr>
        <p:txBody>
          <a:bodyPr anchor="ctr" anchorCtr="1"/>
          <a:lstStyle>
            <a:lvl1pPr>
              <a:defRPr sz="1600"/>
            </a:lvl1pPr>
          </a:lstStyle>
          <a:p>
            <a:r>
              <a:rPr lang="en-GB" dirty="0"/>
              <a:t>Click to insert a dark picture </a:t>
            </a:r>
            <a:r>
              <a:rPr lang="en-GB" noProof="0" dirty="0"/>
              <a:t>then Send to Back</a:t>
            </a:r>
            <a:endParaRPr lang="en-GB" dirty="0"/>
          </a:p>
        </p:txBody>
      </p:sp>
      <p:sp>
        <p:nvSpPr>
          <p:cNvPr id="2" name="Title 1">
            <a:extLst>
              <a:ext uri="{FF2B5EF4-FFF2-40B4-BE49-F238E27FC236}">
                <a16:creationId xmlns:a16="http://schemas.microsoft.com/office/drawing/2014/main" id="{951CB348-8279-41F3-9980-A1172114C4E3}"/>
              </a:ext>
            </a:extLst>
          </p:cNvPr>
          <p:cNvSpPr>
            <a:spLocks noGrp="1"/>
          </p:cNvSpPr>
          <p:nvPr>
            <p:ph type="ctrTitle" hasCustomPrompt="1"/>
          </p:nvPr>
        </p:nvSpPr>
        <p:spPr>
          <a:xfrm>
            <a:off x="4259263" y="2508250"/>
            <a:ext cx="7381874" cy="554675"/>
          </a:xfrm>
          <a:prstGeom prst="rect">
            <a:avLst/>
          </a:prstGeom>
        </p:spPr>
        <p:txBody>
          <a:bodyPr wrap="square" anchor="ctr">
            <a:noAutofit/>
          </a:bodyPr>
          <a:lstStyle>
            <a:lvl1pPr algn="l">
              <a:lnSpc>
                <a:spcPct val="100000"/>
              </a:lnSpc>
              <a:defRPr sz="3200" kern="1200" cap="none" baseline="0">
                <a:solidFill>
                  <a:schemeClr val="bg1"/>
                </a:solidFill>
                <a:latin typeface="+mj-lt"/>
              </a:defRPr>
            </a:lvl1pPr>
          </a:lstStyle>
          <a:p>
            <a:r>
              <a:rPr lang="en-GB" noProof="0" dirty="0"/>
              <a:t>Enter title – just one line</a:t>
            </a:r>
          </a:p>
        </p:txBody>
      </p:sp>
      <p:sp>
        <p:nvSpPr>
          <p:cNvPr id="6" name="Text Placeholder 5">
            <a:extLst>
              <a:ext uri="{FF2B5EF4-FFF2-40B4-BE49-F238E27FC236}">
                <a16:creationId xmlns:a16="http://schemas.microsoft.com/office/drawing/2014/main" id="{FAA584E0-8547-4EBA-93A4-9919707E8DBE}"/>
              </a:ext>
            </a:extLst>
          </p:cNvPr>
          <p:cNvSpPr>
            <a:spLocks noGrp="1"/>
          </p:cNvSpPr>
          <p:nvPr>
            <p:ph type="body" sz="quarter" idx="10" hasCustomPrompt="1"/>
          </p:nvPr>
        </p:nvSpPr>
        <p:spPr>
          <a:xfrm>
            <a:off x="4259263" y="3600000"/>
            <a:ext cx="5533667" cy="263149"/>
          </a:xfrm>
          <a:prstGeom prst="rect">
            <a:avLst/>
          </a:prstGeom>
        </p:spPr>
        <p:txBody>
          <a:bodyPr wrap="square">
            <a:spAutoFit/>
          </a:bodyPr>
          <a:lstStyle>
            <a:lvl1pPr algn="l">
              <a:spcBef>
                <a:spcPts val="0"/>
              </a:spcBef>
              <a:defRPr sz="1800">
                <a:solidFill>
                  <a:schemeClr val="bg1"/>
                </a:solidFill>
                <a:latin typeface="+mj-lt"/>
              </a:defRPr>
            </a:lvl1pPr>
          </a:lstStyle>
          <a:p>
            <a:pPr lvl="0"/>
            <a:r>
              <a:rPr lang="en-GB" noProof="0" dirty="0"/>
              <a:t>Enter subtitle if needed</a:t>
            </a:r>
          </a:p>
        </p:txBody>
      </p:sp>
      <p:sp>
        <p:nvSpPr>
          <p:cNvPr id="9" name="Picture Placeholder 8">
            <a:extLst>
              <a:ext uri="{FF2B5EF4-FFF2-40B4-BE49-F238E27FC236}">
                <a16:creationId xmlns:a16="http://schemas.microsoft.com/office/drawing/2014/main" id="{0469550A-EF6E-7FE6-7865-9C2A63BB2803}"/>
              </a:ext>
            </a:extLst>
          </p:cNvPr>
          <p:cNvSpPr>
            <a:spLocks noGrp="1"/>
          </p:cNvSpPr>
          <p:nvPr>
            <p:ph type="pic" sz="quarter" idx="12" hasCustomPrompt="1"/>
          </p:nvPr>
        </p:nvSpPr>
        <p:spPr>
          <a:xfrm>
            <a:off x="1440000" y="2508250"/>
            <a:ext cx="2286000" cy="543600"/>
          </a:xfrm>
          <a:blipFill dpi="0" rotWithShape="1">
            <a:blip r:embed="rId2"/>
            <a:srcRect/>
            <a:stretch>
              <a:fillRect l="-788" t="-3312" r="-788" b="-3312"/>
            </a:stretch>
          </a:blipFill>
        </p:spPr>
        <p:txBody>
          <a:bodyPr anchor="ctr" anchorCtr="1"/>
          <a:lstStyle>
            <a:lvl1pPr>
              <a:defRPr sz="1200">
                <a:solidFill>
                  <a:schemeClr val="tx1"/>
                </a:solidFill>
              </a:defRPr>
            </a:lvl1pPr>
          </a:lstStyle>
          <a:p>
            <a:r>
              <a:rPr lang="en-GB" dirty="0"/>
              <a:t>  </a:t>
            </a:r>
            <a:endParaRPr lang="en-US" dirty="0"/>
          </a:p>
        </p:txBody>
      </p:sp>
    </p:spTree>
    <p:extLst>
      <p:ext uri="{BB962C8B-B14F-4D97-AF65-F5344CB8AC3E}">
        <p14:creationId xmlns:p14="http://schemas.microsoft.com/office/powerpoint/2010/main" val="1407426942"/>
      </p:ext>
    </p:extLst>
  </p:cSld>
  <p:clrMapOvr>
    <a:masterClrMapping/>
  </p:clrMapOvr>
  <p:transition spd="med">
    <p:fade/>
  </p:transition>
  <p:extLst>
    <p:ext uri="{DCECCB84-F9BA-43D5-87BE-67443E8EF086}">
      <p15:sldGuideLst xmlns:p15="http://schemas.microsoft.com/office/powerpoint/2012/main">
        <p15:guide id="1" orient="horz" pos="1580">
          <p15:clr>
            <a:srgbClr val="FBAE40"/>
          </p15:clr>
        </p15:guide>
        <p15:guide id="2" orient="horz" pos="2160">
          <p15:clr>
            <a:srgbClr val="FBAE40"/>
          </p15:clr>
        </p15:guide>
        <p15:guide id="3" pos="268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_4 bright pic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57E568-4A82-5546-14C5-F4208727E41E}"/>
              </a:ext>
            </a:extLst>
          </p:cNvPr>
          <p:cNvSpPr>
            <a:spLocks noGrp="1"/>
          </p:cNvSpPr>
          <p:nvPr>
            <p:ph type="pic" sz="quarter" idx="11" hasCustomPrompt="1"/>
          </p:nvPr>
        </p:nvSpPr>
        <p:spPr>
          <a:xfrm>
            <a:off x="0" y="0"/>
            <a:ext cx="12192000" cy="6858000"/>
          </a:xfrm>
          <a:noFill/>
        </p:spPr>
        <p:txBody>
          <a:bodyPr anchor="ctr" anchorCtr="1"/>
          <a:lstStyle>
            <a:lvl1pPr>
              <a:defRPr sz="1600"/>
            </a:lvl1pPr>
          </a:lstStyle>
          <a:p>
            <a:r>
              <a:rPr lang="en-GB" dirty="0"/>
              <a:t>Click to insert a bright picture</a:t>
            </a:r>
            <a:r>
              <a:rPr lang="en-GB" noProof="0" dirty="0"/>
              <a:t> then Send to Back</a:t>
            </a:r>
            <a:endParaRPr lang="en-GB" dirty="0"/>
          </a:p>
        </p:txBody>
      </p:sp>
      <p:sp>
        <p:nvSpPr>
          <p:cNvPr id="2" name="Title 1">
            <a:extLst>
              <a:ext uri="{FF2B5EF4-FFF2-40B4-BE49-F238E27FC236}">
                <a16:creationId xmlns:a16="http://schemas.microsoft.com/office/drawing/2014/main" id="{951CB348-8279-41F3-9980-A1172114C4E3}"/>
              </a:ext>
            </a:extLst>
          </p:cNvPr>
          <p:cNvSpPr>
            <a:spLocks noGrp="1"/>
          </p:cNvSpPr>
          <p:nvPr>
            <p:ph type="ctrTitle" hasCustomPrompt="1"/>
          </p:nvPr>
        </p:nvSpPr>
        <p:spPr>
          <a:xfrm>
            <a:off x="4259263" y="2508250"/>
            <a:ext cx="7381874" cy="554675"/>
          </a:xfrm>
          <a:prstGeom prst="rect">
            <a:avLst/>
          </a:prstGeom>
        </p:spPr>
        <p:txBody>
          <a:bodyPr wrap="square" anchor="ctr">
            <a:noAutofit/>
          </a:bodyPr>
          <a:lstStyle>
            <a:lvl1pPr algn="l">
              <a:lnSpc>
                <a:spcPct val="100000"/>
              </a:lnSpc>
              <a:defRPr sz="3200" kern="1200" cap="none" baseline="0">
                <a:solidFill>
                  <a:schemeClr val="tx1"/>
                </a:solidFill>
                <a:latin typeface="+mj-lt"/>
              </a:defRPr>
            </a:lvl1pPr>
          </a:lstStyle>
          <a:p>
            <a:r>
              <a:rPr lang="en-GB" noProof="0" dirty="0"/>
              <a:t>Enter title – just one line</a:t>
            </a:r>
          </a:p>
        </p:txBody>
      </p:sp>
      <p:sp>
        <p:nvSpPr>
          <p:cNvPr id="6" name="Text Placeholder 5">
            <a:extLst>
              <a:ext uri="{FF2B5EF4-FFF2-40B4-BE49-F238E27FC236}">
                <a16:creationId xmlns:a16="http://schemas.microsoft.com/office/drawing/2014/main" id="{FAA584E0-8547-4EBA-93A4-9919707E8DBE}"/>
              </a:ext>
            </a:extLst>
          </p:cNvPr>
          <p:cNvSpPr>
            <a:spLocks noGrp="1"/>
          </p:cNvSpPr>
          <p:nvPr>
            <p:ph type="body" sz="quarter" idx="10" hasCustomPrompt="1"/>
          </p:nvPr>
        </p:nvSpPr>
        <p:spPr>
          <a:xfrm>
            <a:off x="4259263" y="3600000"/>
            <a:ext cx="5533667" cy="263149"/>
          </a:xfrm>
          <a:prstGeom prst="rect">
            <a:avLst/>
          </a:prstGeom>
        </p:spPr>
        <p:txBody>
          <a:bodyPr wrap="square">
            <a:spAutoFit/>
          </a:bodyPr>
          <a:lstStyle>
            <a:lvl1pPr algn="l">
              <a:spcBef>
                <a:spcPts val="0"/>
              </a:spcBef>
              <a:defRPr sz="1800">
                <a:solidFill>
                  <a:schemeClr val="tx1"/>
                </a:solidFill>
                <a:latin typeface="+mj-lt"/>
              </a:defRPr>
            </a:lvl1pPr>
          </a:lstStyle>
          <a:p>
            <a:pPr lvl="0"/>
            <a:r>
              <a:rPr lang="en-GB" noProof="0" dirty="0"/>
              <a:t>Enter subtitle if needed</a:t>
            </a:r>
          </a:p>
        </p:txBody>
      </p:sp>
      <p:sp>
        <p:nvSpPr>
          <p:cNvPr id="9" name="Picture Placeholder 8">
            <a:extLst>
              <a:ext uri="{FF2B5EF4-FFF2-40B4-BE49-F238E27FC236}">
                <a16:creationId xmlns:a16="http://schemas.microsoft.com/office/drawing/2014/main" id="{0469550A-EF6E-7FE6-7865-9C2A63BB2803}"/>
              </a:ext>
            </a:extLst>
          </p:cNvPr>
          <p:cNvSpPr>
            <a:spLocks noGrp="1"/>
          </p:cNvSpPr>
          <p:nvPr>
            <p:ph type="pic" sz="quarter" idx="12" hasCustomPrompt="1"/>
          </p:nvPr>
        </p:nvSpPr>
        <p:spPr>
          <a:xfrm>
            <a:off x="1440000" y="2508250"/>
            <a:ext cx="2286000" cy="543600"/>
          </a:xfrm>
          <a:blipFill dpi="0" rotWithShape="1">
            <a:blip r:embed="rId2"/>
            <a:srcRect/>
            <a:stretch>
              <a:fillRect l="-788" t="-3312" r="-788" b="-3312"/>
            </a:stretch>
          </a:blipFill>
        </p:spPr>
        <p:txBody>
          <a:bodyPr anchor="ctr" anchorCtr="1"/>
          <a:lstStyle>
            <a:lvl1pPr>
              <a:defRPr sz="1200">
                <a:solidFill>
                  <a:schemeClr val="tx1"/>
                </a:solidFill>
              </a:defRPr>
            </a:lvl1pPr>
          </a:lstStyle>
          <a:p>
            <a:r>
              <a:rPr lang="en-GB" dirty="0"/>
              <a:t>  </a:t>
            </a:r>
            <a:endParaRPr lang="en-US" dirty="0"/>
          </a:p>
        </p:txBody>
      </p:sp>
    </p:spTree>
    <p:extLst>
      <p:ext uri="{BB962C8B-B14F-4D97-AF65-F5344CB8AC3E}">
        <p14:creationId xmlns:p14="http://schemas.microsoft.com/office/powerpoint/2010/main" val="1421460105"/>
      </p:ext>
    </p:extLst>
  </p:cSld>
  <p:clrMapOvr>
    <a:masterClrMapping/>
  </p:clrMapOvr>
  <p:transition spd="med">
    <p:fade/>
  </p:transition>
  <p:extLst>
    <p:ext uri="{DCECCB84-F9BA-43D5-87BE-67443E8EF086}">
      <p15:sldGuideLst xmlns:p15="http://schemas.microsoft.com/office/powerpoint/2012/main">
        <p15:guide id="1" orient="horz" pos="1580">
          <p15:clr>
            <a:srgbClr val="FBAE40"/>
          </p15:clr>
        </p15:guide>
        <p15:guide id="2" orient="horz" pos="2160">
          <p15:clr>
            <a:srgbClr val="FBAE40"/>
          </p15:clr>
        </p15:guide>
        <p15:guide id="3" pos="2683">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_1">
    <p:bg>
      <p:bgPr>
        <a:solidFill>
          <a:srgbClr val="5F5F64"/>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18F717A-AEE1-448D-8297-B65D1013C4B1}"/>
              </a:ext>
            </a:extLst>
          </p:cNvPr>
          <p:cNvSpPr>
            <a:spLocks noGrp="1"/>
          </p:cNvSpPr>
          <p:nvPr>
            <p:ph type="title"/>
          </p:nvPr>
        </p:nvSpPr>
        <p:spPr>
          <a:xfrm>
            <a:off x="2802000" y="3025800"/>
            <a:ext cx="6588000" cy="806400"/>
          </a:xfrm>
          <a:prstGeom prst="rect">
            <a:avLst/>
          </a:prstGeom>
        </p:spPr>
        <p:txBody>
          <a:bodyPr wrap="square" lIns="0" rIns="0" anchor="ctr" anchorCtr="1">
            <a:noAutofit/>
          </a:bodyPr>
          <a:lstStyle>
            <a:lvl1pPr algn="ctr">
              <a:lnSpc>
                <a:spcPct val="100000"/>
              </a:lnSpc>
              <a:defRPr sz="2800" cap="none" baseline="0">
                <a:solidFill>
                  <a:schemeClr val="bg1">
                    <a:lumMod val="95000"/>
                  </a:schemeClr>
                </a:solidFill>
                <a:latin typeface="+mj-lt"/>
              </a:defRPr>
            </a:lvl1pPr>
          </a:lstStyle>
          <a:p>
            <a:r>
              <a:rPr lang="en-US" noProof="0"/>
              <a:t>Click to edit Master title style</a:t>
            </a:r>
            <a:endParaRPr lang="en-GB" noProof="0" dirty="0"/>
          </a:p>
        </p:txBody>
      </p:sp>
      <p:pic>
        <p:nvPicPr>
          <p:cNvPr id="19" name="Bild 4">
            <a:extLst>
              <a:ext uri="{FF2B5EF4-FFF2-40B4-BE49-F238E27FC236}">
                <a16:creationId xmlns:a16="http://schemas.microsoft.com/office/drawing/2014/main" id="{8EE0B402-1E54-6DCB-8ED0-4096D662649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49025" y="0"/>
            <a:ext cx="942975" cy="542925"/>
          </a:xfrm>
          <a:prstGeom prst="rect">
            <a:avLst/>
          </a:prstGeom>
        </p:spPr>
      </p:pic>
      <p:sp>
        <p:nvSpPr>
          <p:cNvPr id="21" name="Date Placeholder 3">
            <a:extLst>
              <a:ext uri="{FF2B5EF4-FFF2-40B4-BE49-F238E27FC236}">
                <a16:creationId xmlns:a16="http://schemas.microsoft.com/office/drawing/2014/main" id="{57459769-A183-AF8B-EA37-AFF7AD17FAD7}"/>
              </a:ext>
            </a:extLst>
          </p:cNvPr>
          <p:cNvSpPr>
            <a:spLocks noGrp="1"/>
          </p:cNvSpPr>
          <p:nvPr>
            <p:ph type="dt" sz="half" idx="2"/>
          </p:nvPr>
        </p:nvSpPr>
        <p:spPr>
          <a:xfrm>
            <a:off x="1270862" y="6706800"/>
            <a:ext cx="1296000" cy="151200"/>
          </a:xfrm>
          <a:prstGeom prst="rect">
            <a:avLst/>
          </a:prstGeom>
        </p:spPr>
        <p:txBody>
          <a:bodyPr vert="horz" wrap="none" lIns="0" tIns="0" rIns="0" bIns="0" rtlCol="0" anchor="t" anchorCtr="0"/>
          <a:lstStyle>
            <a:lvl1pPr algn="l">
              <a:defRPr sz="800">
                <a:solidFill>
                  <a:schemeClr val="bg1"/>
                </a:solidFill>
                <a:latin typeface="+mn-lt"/>
              </a:defRPr>
            </a:lvl1pPr>
          </a:lstStyle>
          <a:p>
            <a:fld id="{262A4F13-0AA1-423E-A746-9DF5222EE97F}" type="datetime4">
              <a:rPr lang="en-GB" smtClean="0"/>
              <a:t>23 October 2025</a:t>
            </a:fld>
            <a:endParaRPr lang="en-GB" dirty="0"/>
          </a:p>
        </p:txBody>
      </p:sp>
      <p:sp>
        <p:nvSpPr>
          <p:cNvPr id="22" name="Slide Number Placeholder 5">
            <a:extLst>
              <a:ext uri="{FF2B5EF4-FFF2-40B4-BE49-F238E27FC236}">
                <a16:creationId xmlns:a16="http://schemas.microsoft.com/office/drawing/2014/main" id="{57B17AD7-F497-6782-39AA-A748C3F8136C}"/>
              </a:ext>
            </a:extLst>
          </p:cNvPr>
          <p:cNvSpPr>
            <a:spLocks noGrp="1"/>
          </p:cNvSpPr>
          <p:nvPr>
            <p:ph type="sldNum" sz="quarter" idx="4"/>
          </p:nvPr>
        </p:nvSpPr>
        <p:spPr>
          <a:xfrm>
            <a:off x="550863" y="6706800"/>
            <a:ext cx="505703" cy="151200"/>
          </a:xfrm>
          <a:prstGeom prst="rect">
            <a:avLst/>
          </a:prstGeom>
        </p:spPr>
        <p:txBody>
          <a:bodyPr vert="horz" wrap="none" lIns="0" tIns="0" rIns="0" bIns="0" rtlCol="0" anchor="t" anchorCtr="0"/>
          <a:lstStyle>
            <a:lvl1pPr algn="l">
              <a:defRPr sz="800">
                <a:solidFill>
                  <a:schemeClr val="bg1"/>
                </a:solidFill>
                <a:latin typeface="+mn-lt"/>
              </a:defRPr>
            </a:lvl1pPr>
          </a:lstStyle>
          <a:p>
            <a:r>
              <a:rPr lang="en-GB" dirty="0"/>
              <a:t>Slide </a:t>
            </a:r>
            <a:fld id="{76334558-CCCF-4D1D-AE70-66F3BBA51340}" type="slidenum">
              <a:rPr lang="en-GB" smtClean="0"/>
              <a:pPr/>
              <a:t>‹#›</a:t>
            </a:fld>
            <a:endParaRPr lang="en-GB" dirty="0"/>
          </a:p>
        </p:txBody>
      </p:sp>
      <p:sp>
        <p:nvSpPr>
          <p:cNvPr id="23" name="Footer Placeholder 4">
            <a:extLst>
              <a:ext uri="{FF2B5EF4-FFF2-40B4-BE49-F238E27FC236}">
                <a16:creationId xmlns:a16="http://schemas.microsoft.com/office/drawing/2014/main" id="{A889F339-7B4E-56ED-5186-FAFD905C1DD0}"/>
              </a:ext>
            </a:extLst>
          </p:cNvPr>
          <p:cNvSpPr>
            <a:spLocks noGrp="1"/>
          </p:cNvSpPr>
          <p:nvPr>
            <p:ph type="ftr" sz="quarter" idx="3"/>
          </p:nvPr>
        </p:nvSpPr>
        <p:spPr>
          <a:xfrm>
            <a:off x="7932737" y="6706800"/>
            <a:ext cx="3708401" cy="151200"/>
          </a:xfrm>
          <a:prstGeom prst="rect">
            <a:avLst/>
          </a:prstGeom>
        </p:spPr>
        <p:txBody>
          <a:bodyPr wrap="none" lIns="0" tIns="0" rIns="0" bIns="0" anchor="t" anchorCtr="0">
            <a:noAutofit/>
          </a:bodyPr>
          <a:lstStyle>
            <a:lvl1pPr algn="r">
              <a:defRPr lang="en-GB" sz="800">
                <a:solidFill>
                  <a:schemeClr val="bg1"/>
                </a:solidFill>
                <a:latin typeface="+mn-lt"/>
              </a:defRPr>
            </a:lvl1pPr>
          </a:lstStyle>
          <a:p>
            <a:endParaRPr lang="en-US" dirty="0"/>
          </a:p>
        </p:txBody>
      </p:sp>
    </p:spTree>
    <p:extLst>
      <p:ext uri="{BB962C8B-B14F-4D97-AF65-F5344CB8AC3E}">
        <p14:creationId xmlns:p14="http://schemas.microsoft.com/office/powerpoint/2010/main" val="2496218237"/>
      </p:ext>
    </p:extLst>
  </p:cSld>
  <p:clrMapOvr>
    <a:masterClrMapping/>
  </p:clrMapOvr>
  <p:transition spd="med">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_2">
    <p:bg>
      <p:bgPr>
        <a:solidFill>
          <a:srgbClr val="485A64"/>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2D800852-D3FA-FED0-EF82-EAA4691E3736}"/>
              </a:ext>
            </a:extLst>
          </p:cNvPr>
          <p:cNvSpPr>
            <a:spLocks noGrp="1"/>
          </p:cNvSpPr>
          <p:nvPr>
            <p:ph type="title"/>
          </p:nvPr>
        </p:nvSpPr>
        <p:spPr>
          <a:xfrm>
            <a:off x="2802000" y="3025800"/>
            <a:ext cx="6588000" cy="806400"/>
          </a:xfrm>
          <a:prstGeom prst="rect">
            <a:avLst/>
          </a:prstGeom>
        </p:spPr>
        <p:txBody>
          <a:bodyPr wrap="square" lIns="0" rIns="0" anchor="ctr" anchorCtr="1">
            <a:noAutofit/>
          </a:bodyPr>
          <a:lstStyle>
            <a:lvl1pPr algn="ctr">
              <a:lnSpc>
                <a:spcPct val="100000"/>
              </a:lnSpc>
              <a:defRPr sz="2800" cap="none" baseline="0">
                <a:solidFill>
                  <a:schemeClr val="bg1">
                    <a:lumMod val="95000"/>
                  </a:schemeClr>
                </a:solidFill>
                <a:latin typeface="+mj-lt"/>
              </a:defRPr>
            </a:lvl1pPr>
          </a:lstStyle>
          <a:p>
            <a:r>
              <a:rPr lang="en-US" noProof="0"/>
              <a:t>Click to edit Master title style</a:t>
            </a:r>
            <a:endParaRPr lang="en-GB" noProof="0" dirty="0"/>
          </a:p>
        </p:txBody>
      </p:sp>
      <p:pic>
        <p:nvPicPr>
          <p:cNvPr id="16" name="Bild 4">
            <a:extLst>
              <a:ext uri="{FF2B5EF4-FFF2-40B4-BE49-F238E27FC236}">
                <a16:creationId xmlns:a16="http://schemas.microsoft.com/office/drawing/2014/main" id="{A40DFF0D-377B-4467-DFF5-4E5F7A5C0FA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49025" y="0"/>
            <a:ext cx="942975" cy="542925"/>
          </a:xfrm>
          <a:prstGeom prst="rect">
            <a:avLst/>
          </a:prstGeom>
        </p:spPr>
      </p:pic>
      <p:sp>
        <p:nvSpPr>
          <p:cNvPr id="18" name="Date Placeholder 3">
            <a:extLst>
              <a:ext uri="{FF2B5EF4-FFF2-40B4-BE49-F238E27FC236}">
                <a16:creationId xmlns:a16="http://schemas.microsoft.com/office/drawing/2014/main" id="{52FD03B2-43C0-5AB0-BD8B-1EAA4C6C51BD}"/>
              </a:ext>
            </a:extLst>
          </p:cNvPr>
          <p:cNvSpPr>
            <a:spLocks noGrp="1"/>
          </p:cNvSpPr>
          <p:nvPr>
            <p:ph type="dt" sz="half" idx="2"/>
          </p:nvPr>
        </p:nvSpPr>
        <p:spPr>
          <a:xfrm>
            <a:off x="1270862" y="6706800"/>
            <a:ext cx="1296000" cy="151200"/>
          </a:xfrm>
          <a:prstGeom prst="rect">
            <a:avLst/>
          </a:prstGeom>
        </p:spPr>
        <p:txBody>
          <a:bodyPr vert="horz" wrap="none" lIns="0" tIns="0" rIns="0" bIns="0" rtlCol="0" anchor="t" anchorCtr="0"/>
          <a:lstStyle>
            <a:lvl1pPr algn="l">
              <a:defRPr sz="800">
                <a:solidFill>
                  <a:schemeClr val="bg1"/>
                </a:solidFill>
                <a:latin typeface="+mn-lt"/>
              </a:defRPr>
            </a:lvl1pPr>
          </a:lstStyle>
          <a:p>
            <a:fld id="{8951228B-BF36-4D47-9B3D-108B32A72A11}" type="datetime4">
              <a:rPr lang="en-GB" smtClean="0"/>
              <a:t>23 October 2025</a:t>
            </a:fld>
            <a:endParaRPr lang="en-GB" dirty="0"/>
          </a:p>
        </p:txBody>
      </p:sp>
      <p:sp>
        <p:nvSpPr>
          <p:cNvPr id="19" name="Slide Number Placeholder 5">
            <a:extLst>
              <a:ext uri="{FF2B5EF4-FFF2-40B4-BE49-F238E27FC236}">
                <a16:creationId xmlns:a16="http://schemas.microsoft.com/office/drawing/2014/main" id="{632321A1-EC1E-E97A-1003-F9C35ADEAC6D}"/>
              </a:ext>
            </a:extLst>
          </p:cNvPr>
          <p:cNvSpPr>
            <a:spLocks noGrp="1"/>
          </p:cNvSpPr>
          <p:nvPr>
            <p:ph type="sldNum" sz="quarter" idx="4"/>
          </p:nvPr>
        </p:nvSpPr>
        <p:spPr>
          <a:xfrm>
            <a:off x="550863" y="6706800"/>
            <a:ext cx="505703" cy="151200"/>
          </a:xfrm>
          <a:prstGeom prst="rect">
            <a:avLst/>
          </a:prstGeom>
        </p:spPr>
        <p:txBody>
          <a:bodyPr vert="horz" wrap="none" lIns="0" tIns="0" rIns="0" bIns="0" rtlCol="0" anchor="t" anchorCtr="0"/>
          <a:lstStyle>
            <a:lvl1pPr algn="l">
              <a:defRPr sz="800">
                <a:solidFill>
                  <a:schemeClr val="bg1"/>
                </a:solidFill>
                <a:latin typeface="+mn-lt"/>
              </a:defRPr>
            </a:lvl1pPr>
          </a:lstStyle>
          <a:p>
            <a:r>
              <a:rPr lang="en-GB" dirty="0"/>
              <a:t>Slide </a:t>
            </a:r>
            <a:fld id="{76334558-CCCF-4D1D-AE70-66F3BBA51340}" type="slidenum">
              <a:rPr lang="en-GB" smtClean="0"/>
              <a:pPr/>
              <a:t>‹#›</a:t>
            </a:fld>
            <a:endParaRPr lang="en-GB" dirty="0"/>
          </a:p>
        </p:txBody>
      </p:sp>
      <p:sp>
        <p:nvSpPr>
          <p:cNvPr id="20" name="Footer Placeholder 4">
            <a:extLst>
              <a:ext uri="{FF2B5EF4-FFF2-40B4-BE49-F238E27FC236}">
                <a16:creationId xmlns:a16="http://schemas.microsoft.com/office/drawing/2014/main" id="{BD7B52A4-BD3D-DD89-17C7-22936C3066E2}"/>
              </a:ext>
            </a:extLst>
          </p:cNvPr>
          <p:cNvSpPr>
            <a:spLocks noGrp="1"/>
          </p:cNvSpPr>
          <p:nvPr>
            <p:ph type="ftr" sz="quarter" idx="3"/>
          </p:nvPr>
        </p:nvSpPr>
        <p:spPr>
          <a:xfrm>
            <a:off x="7932737" y="6706800"/>
            <a:ext cx="3708401" cy="151200"/>
          </a:xfrm>
          <a:prstGeom prst="rect">
            <a:avLst/>
          </a:prstGeom>
        </p:spPr>
        <p:txBody>
          <a:bodyPr wrap="none" lIns="0" tIns="0" rIns="0" bIns="0" anchor="t" anchorCtr="0">
            <a:noAutofit/>
          </a:bodyPr>
          <a:lstStyle>
            <a:lvl1pPr algn="r">
              <a:defRPr lang="en-GB" sz="800">
                <a:solidFill>
                  <a:schemeClr val="bg1"/>
                </a:solidFill>
                <a:latin typeface="+mn-lt"/>
              </a:defRPr>
            </a:lvl1pPr>
          </a:lstStyle>
          <a:p>
            <a:endParaRPr lang="en-US" dirty="0"/>
          </a:p>
        </p:txBody>
      </p:sp>
    </p:spTree>
    <p:extLst>
      <p:ext uri="{BB962C8B-B14F-4D97-AF65-F5344CB8AC3E}">
        <p14:creationId xmlns:p14="http://schemas.microsoft.com/office/powerpoint/2010/main" val="3412797809"/>
      </p:ext>
    </p:extLst>
  </p:cSld>
  <p:clrMapOvr>
    <a:masterClrMapping/>
  </p:clrMapOvr>
  <p:transition spd="med">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_3">
    <p:bg>
      <p:bgPr>
        <a:solidFill>
          <a:srgbClr val="ECECE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2C61D76B-AFCA-31F5-7A8D-2FFFE2710D39}"/>
              </a:ext>
            </a:extLst>
          </p:cNvPr>
          <p:cNvSpPr>
            <a:spLocks noGrp="1"/>
          </p:cNvSpPr>
          <p:nvPr>
            <p:ph type="title"/>
          </p:nvPr>
        </p:nvSpPr>
        <p:spPr>
          <a:xfrm>
            <a:off x="2802000" y="3025800"/>
            <a:ext cx="6588000" cy="806400"/>
          </a:xfrm>
          <a:prstGeom prst="rect">
            <a:avLst/>
          </a:prstGeom>
        </p:spPr>
        <p:txBody>
          <a:bodyPr wrap="square" lIns="0" rIns="0" anchor="ctr" anchorCtr="1">
            <a:noAutofit/>
          </a:bodyPr>
          <a:lstStyle>
            <a:lvl1pPr algn="ctr">
              <a:lnSpc>
                <a:spcPct val="100000"/>
              </a:lnSpc>
              <a:defRPr sz="2800" cap="none" baseline="0">
                <a:solidFill>
                  <a:schemeClr val="tx1"/>
                </a:solidFill>
                <a:latin typeface="+mj-lt"/>
              </a:defRPr>
            </a:lvl1pPr>
          </a:lstStyle>
          <a:p>
            <a:r>
              <a:rPr lang="en-US" noProof="0"/>
              <a:t>Click to edit Master title style</a:t>
            </a:r>
            <a:endParaRPr lang="en-GB" noProof="0" dirty="0"/>
          </a:p>
        </p:txBody>
      </p:sp>
      <p:pic>
        <p:nvPicPr>
          <p:cNvPr id="13" name="Bild 4">
            <a:extLst>
              <a:ext uri="{FF2B5EF4-FFF2-40B4-BE49-F238E27FC236}">
                <a16:creationId xmlns:a16="http://schemas.microsoft.com/office/drawing/2014/main" id="{29C2D554-07B6-FB09-258E-320C48F3CE9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49025" y="0"/>
            <a:ext cx="942975" cy="542925"/>
          </a:xfrm>
          <a:prstGeom prst="rect">
            <a:avLst/>
          </a:prstGeom>
        </p:spPr>
      </p:pic>
      <p:sp>
        <p:nvSpPr>
          <p:cNvPr id="15" name="Date Placeholder 3">
            <a:extLst>
              <a:ext uri="{FF2B5EF4-FFF2-40B4-BE49-F238E27FC236}">
                <a16:creationId xmlns:a16="http://schemas.microsoft.com/office/drawing/2014/main" id="{FB68739F-134A-D1C2-4D47-27B6E4804426}"/>
              </a:ext>
            </a:extLst>
          </p:cNvPr>
          <p:cNvSpPr>
            <a:spLocks noGrp="1"/>
          </p:cNvSpPr>
          <p:nvPr>
            <p:ph type="dt" sz="half" idx="2"/>
          </p:nvPr>
        </p:nvSpPr>
        <p:spPr>
          <a:xfrm>
            <a:off x="1270862" y="6706800"/>
            <a:ext cx="1296000" cy="151200"/>
          </a:xfrm>
          <a:prstGeom prst="rect">
            <a:avLst/>
          </a:prstGeom>
        </p:spPr>
        <p:txBody>
          <a:bodyPr vert="horz" wrap="none" lIns="0" tIns="0" rIns="0" bIns="0" rtlCol="0" anchor="t" anchorCtr="0"/>
          <a:lstStyle>
            <a:lvl1pPr algn="l">
              <a:defRPr sz="800">
                <a:solidFill>
                  <a:srgbClr val="000000"/>
                </a:solidFill>
                <a:latin typeface="+mn-lt"/>
              </a:defRPr>
            </a:lvl1pPr>
          </a:lstStyle>
          <a:p>
            <a:fld id="{353DEBD4-6055-4059-A872-B71182D0CB4B}" type="datetime4">
              <a:rPr lang="en-GB" smtClean="0"/>
              <a:t>23 October 2025</a:t>
            </a:fld>
            <a:endParaRPr lang="en-GB" dirty="0"/>
          </a:p>
        </p:txBody>
      </p:sp>
      <p:sp>
        <p:nvSpPr>
          <p:cNvPr id="16" name="Slide Number Placeholder 5">
            <a:extLst>
              <a:ext uri="{FF2B5EF4-FFF2-40B4-BE49-F238E27FC236}">
                <a16:creationId xmlns:a16="http://schemas.microsoft.com/office/drawing/2014/main" id="{010924C3-7195-AD38-6606-7A473679DC62}"/>
              </a:ext>
            </a:extLst>
          </p:cNvPr>
          <p:cNvSpPr>
            <a:spLocks noGrp="1"/>
          </p:cNvSpPr>
          <p:nvPr>
            <p:ph type="sldNum" sz="quarter" idx="4"/>
          </p:nvPr>
        </p:nvSpPr>
        <p:spPr>
          <a:xfrm>
            <a:off x="550863" y="6706800"/>
            <a:ext cx="505703" cy="151200"/>
          </a:xfrm>
          <a:prstGeom prst="rect">
            <a:avLst/>
          </a:prstGeom>
        </p:spPr>
        <p:txBody>
          <a:bodyPr vert="horz" wrap="none" lIns="0" tIns="0" rIns="0" bIns="0" rtlCol="0" anchor="t" anchorCtr="0"/>
          <a:lstStyle>
            <a:lvl1pPr algn="l">
              <a:defRPr sz="800">
                <a:solidFill>
                  <a:srgbClr val="000000"/>
                </a:solidFill>
                <a:latin typeface="+mn-lt"/>
              </a:defRPr>
            </a:lvl1pPr>
          </a:lstStyle>
          <a:p>
            <a:r>
              <a:rPr lang="en-GB" dirty="0"/>
              <a:t>Slide </a:t>
            </a:r>
            <a:fld id="{76334558-CCCF-4D1D-AE70-66F3BBA51340}" type="slidenum">
              <a:rPr lang="en-GB" smtClean="0"/>
              <a:pPr/>
              <a:t>‹#›</a:t>
            </a:fld>
            <a:endParaRPr lang="en-GB" dirty="0"/>
          </a:p>
        </p:txBody>
      </p:sp>
      <p:sp>
        <p:nvSpPr>
          <p:cNvPr id="17" name="Footer Placeholder 4">
            <a:extLst>
              <a:ext uri="{FF2B5EF4-FFF2-40B4-BE49-F238E27FC236}">
                <a16:creationId xmlns:a16="http://schemas.microsoft.com/office/drawing/2014/main" id="{A49F1F80-C891-9AD0-6AC3-B8BA6610146C}"/>
              </a:ext>
            </a:extLst>
          </p:cNvPr>
          <p:cNvSpPr>
            <a:spLocks noGrp="1"/>
          </p:cNvSpPr>
          <p:nvPr>
            <p:ph type="ftr" sz="quarter" idx="3"/>
          </p:nvPr>
        </p:nvSpPr>
        <p:spPr>
          <a:xfrm>
            <a:off x="7932737" y="6706800"/>
            <a:ext cx="3708401" cy="151200"/>
          </a:xfrm>
          <a:prstGeom prst="rect">
            <a:avLst/>
          </a:prstGeom>
        </p:spPr>
        <p:txBody>
          <a:bodyPr wrap="none" lIns="0" tIns="0" rIns="0" bIns="0" anchor="t" anchorCtr="0">
            <a:noAutofit/>
          </a:bodyPr>
          <a:lstStyle>
            <a:lvl1pPr algn="r">
              <a:defRPr lang="en-GB" sz="800">
                <a:latin typeface="+mn-lt"/>
              </a:defRPr>
            </a:lvl1pPr>
          </a:lstStyle>
          <a:p>
            <a:endParaRPr lang="en-US" dirty="0"/>
          </a:p>
        </p:txBody>
      </p:sp>
    </p:spTree>
    <p:extLst>
      <p:ext uri="{BB962C8B-B14F-4D97-AF65-F5344CB8AC3E}">
        <p14:creationId xmlns:p14="http://schemas.microsoft.com/office/powerpoint/2010/main" val="1527960303"/>
      </p:ext>
    </p:extLst>
  </p:cSld>
  <p:clrMapOvr>
    <a:masterClrMapping/>
  </p:clrMapOvr>
  <p:transition spd="med">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s, conclusions, highlights">
    <p:bg>
      <p:bgPr>
        <a:solidFill>
          <a:srgbClr val="485A64"/>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2D800852-D3FA-FED0-EF82-EAA4691E3736}"/>
              </a:ext>
            </a:extLst>
          </p:cNvPr>
          <p:cNvSpPr>
            <a:spLocks noGrp="1"/>
          </p:cNvSpPr>
          <p:nvPr>
            <p:ph type="title" hasCustomPrompt="1"/>
          </p:nvPr>
        </p:nvSpPr>
        <p:spPr>
          <a:xfrm>
            <a:off x="550863" y="1700213"/>
            <a:ext cx="11090274" cy="4621212"/>
          </a:xfrm>
          <a:prstGeom prst="rect">
            <a:avLst/>
          </a:prstGeom>
        </p:spPr>
        <p:txBody>
          <a:bodyPr wrap="square" lIns="0" rIns="0" anchor="t" anchorCtr="0">
            <a:noAutofit/>
          </a:bodyPr>
          <a:lstStyle>
            <a:lvl1pPr algn="l">
              <a:lnSpc>
                <a:spcPct val="100000"/>
              </a:lnSpc>
              <a:defRPr sz="6000" cap="none" baseline="0">
                <a:solidFill>
                  <a:schemeClr val="bg1">
                    <a:lumMod val="95000"/>
                  </a:schemeClr>
                </a:solidFill>
                <a:latin typeface="SKF Sans Office" pitchFamily="2" charset="0"/>
              </a:defRPr>
            </a:lvl1pPr>
          </a:lstStyle>
          <a:p>
            <a:r>
              <a:rPr lang="en-GB" noProof="0" dirty="0"/>
              <a:t>Click to edit Master text styles. This template is made for quotes, conclusions and highlights. Never bullets.</a:t>
            </a:r>
          </a:p>
        </p:txBody>
      </p:sp>
      <p:pic>
        <p:nvPicPr>
          <p:cNvPr id="16" name="Bild 4">
            <a:extLst>
              <a:ext uri="{FF2B5EF4-FFF2-40B4-BE49-F238E27FC236}">
                <a16:creationId xmlns:a16="http://schemas.microsoft.com/office/drawing/2014/main" id="{A40DFF0D-377B-4467-DFF5-4E5F7A5C0FA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49025" y="0"/>
            <a:ext cx="942975" cy="542925"/>
          </a:xfrm>
          <a:prstGeom prst="rect">
            <a:avLst/>
          </a:prstGeom>
        </p:spPr>
      </p:pic>
      <p:sp>
        <p:nvSpPr>
          <p:cNvPr id="5" name="Date Placeholder 3">
            <a:extLst>
              <a:ext uri="{FF2B5EF4-FFF2-40B4-BE49-F238E27FC236}">
                <a16:creationId xmlns:a16="http://schemas.microsoft.com/office/drawing/2014/main" id="{388E7C2D-20A0-6613-A5C6-EA25A3E4BD3A}"/>
              </a:ext>
            </a:extLst>
          </p:cNvPr>
          <p:cNvSpPr>
            <a:spLocks noGrp="1"/>
          </p:cNvSpPr>
          <p:nvPr>
            <p:ph type="dt" sz="half" idx="2"/>
          </p:nvPr>
        </p:nvSpPr>
        <p:spPr>
          <a:xfrm>
            <a:off x="1270862" y="6706800"/>
            <a:ext cx="1296000" cy="151200"/>
          </a:xfrm>
          <a:prstGeom prst="rect">
            <a:avLst/>
          </a:prstGeom>
        </p:spPr>
        <p:txBody>
          <a:bodyPr vert="horz" wrap="none" lIns="0" tIns="0" rIns="0" bIns="0" rtlCol="0" anchor="t" anchorCtr="0"/>
          <a:lstStyle>
            <a:lvl1pPr algn="l">
              <a:defRPr sz="800">
                <a:solidFill>
                  <a:schemeClr val="bg1"/>
                </a:solidFill>
                <a:latin typeface="+mn-lt"/>
              </a:defRPr>
            </a:lvl1pPr>
          </a:lstStyle>
          <a:p>
            <a:fld id="{7C84BA21-75C5-4462-AFF8-47F9AA495990}" type="datetime4">
              <a:rPr lang="en-GB" smtClean="0"/>
              <a:t>23 October 2025</a:t>
            </a:fld>
            <a:endParaRPr lang="en-GB" dirty="0"/>
          </a:p>
        </p:txBody>
      </p:sp>
      <p:sp>
        <p:nvSpPr>
          <p:cNvPr id="6" name="Slide Number Placeholder 5">
            <a:extLst>
              <a:ext uri="{FF2B5EF4-FFF2-40B4-BE49-F238E27FC236}">
                <a16:creationId xmlns:a16="http://schemas.microsoft.com/office/drawing/2014/main" id="{19345276-2DB3-C5B7-58A6-3B6BB55C9565}"/>
              </a:ext>
            </a:extLst>
          </p:cNvPr>
          <p:cNvSpPr>
            <a:spLocks noGrp="1"/>
          </p:cNvSpPr>
          <p:nvPr>
            <p:ph type="sldNum" sz="quarter" idx="4"/>
          </p:nvPr>
        </p:nvSpPr>
        <p:spPr>
          <a:xfrm>
            <a:off x="550863" y="6706800"/>
            <a:ext cx="505703" cy="151200"/>
          </a:xfrm>
          <a:prstGeom prst="rect">
            <a:avLst/>
          </a:prstGeom>
        </p:spPr>
        <p:txBody>
          <a:bodyPr vert="horz" wrap="none" lIns="0" tIns="0" rIns="0" bIns="0" rtlCol="0" anchor="t" anchorCtr="0"/>
          <a:lstStyle>
            <a:lvl1pPr algn="l">
              <a:defRPr sz="800">
                <a:solidFill>
                  <a:schemeClr val="bg1"/>
                </a:solidFill>
                <a:latin typeface="+mn-lt"/>
              </a:defRPr>
            </a:lvl1pPr>
          </a:lstStyle>
          <a:p>
            <a:r>
              <a:rPr lang="en-GB" dirty="0"/>
              <a:t>Slide </a:t>
            </a:r>
            <a:fld id="{76334558-CCCF-4D1D-AE70-66F3BBA51340}" type="slidenum">
              <a:rPr lang="en-GB" smtClean="0"/>
              <a:pPr/>
              <a:t>‹#›</a:t>
            </a:fld>
            <a:endParaRPr lang="en-GB" dirty="0"/>
          </a:p>
        </p:txBody>
      </p:sp>
      <p:sp>
        <p:nvSpPr>
          <p:cNvPr id="7" name="Footer Placeholder 4">
            <a:extLst>
              <a:ext uri="{FF2B5EF4-FFF2-40B4-BE49-F238E27FC236}">
                <a16:creationId xmlns:a16="http://schemas.microsoft.com/office/drawing/2014/main" id="{D01CD01C-2E42-F451-9F24-DA8C230221D2}"/>
              </a:ext>
            </a:extLst>
          </p:cNvPr>
          <p:cNvSpPr>
            <a:spLocks noGrp="1"/>
          </p:cNvSpPr>
          <p:nvPr>
            <p:ph type="ftr" sz="quarter" idx="3"/>
          </p:nvPr>
        </p:nvSpPr>
        <p:spPr>
          <a:xfrm>
            <a:off x="7932737" y="6706800"/>
            <a:ext cx="3708401" cy="151200"/>
          </a:xfrm>
          <a:prstGeom prst="rect">
            <a:avLst/>
          </a:prstGeom>
        </p:spPr>
        <p:txBody>
          <a:bodyPr wrap="none" lIns="0" tIns="0" rIns="0" bIns="0" anchor="t" anchorCtr="0">
            <a:noAutofit/>
          </a:bodyPr>
          <a:lstStyle>
            <a:lvl1pPr algn="r">
              <a:defRPr lang="en-GB" sz="800">
                <a:solidFill>
                  <a:schemeClr val="bg1"/>
                </a:solidFill>
                <a:latin typeface="+mn-lt"/>
              </a:defRPr>
            </a:lvl1pPr>
          </a:lstStyle>
          <a:p>
            <a:endParaRPr lang="en-US" dirty="0"/>
          </a:p>
        </p:txBody>
      </p:sp>
    </p:spTree>
    <p:extLst>
      <p:ext uri="{BB962C8B-B14F-4D97-AF65-F5344CB8AC3E}">
        <p14:creationId xmlns:p14="http://schemas.microsoft.com/office/powerpoint/2010/main" val="3870435694"/>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ull Picture">
    <p:spTree>
      <p:nvGrpSpPr>
        <p:cNvPr id="1" name=""/>
        <p:cNvGrpSpPr/>
        <p:nvPr/>
      </p:nvGrpSpPr>
      <p:grpSpPr>
        <a:xfrm>
          <a:off x="0" y="0"/>
          <a:ext cx="0" cy="0"/>
          <a:chOff x="0" y="0"/>
          <a:chExt cx="0" cy="0"/>
        </a:xfrm>
      </p:grpSpPr>
      <p:sp>
        <p:nvSpPr>
          <p:cNvPr id="12" name="Picture Placeholder 2">
            <a:extLst>
              <a:ext uri="{FF2B5EF4-FFF2-40B4-BE49-F238E27FC236}">
                <a16:creationId xmlns:a16="http://schemas.microsoft.com/office/drawing/2014/main" id="{63556354-608B-4787-8DE7-B1332BE0787E}"/>
              </a:ext>
            </a:extLst>
          </p:cNvPr>
          <p:cNvSpPr>
            <a:spLocks noGrp="1"/>
          </p:cNvSpPr>
          <p:nvPr>
            <p:ph type="pic" sz="quarter" idx="13" hasCustomPrompt="1"/>
          </p:nvPr>
        </p:nvSpPr>
        <p:spPr>
          <a:xfrm>
            <a:off x="0" y="0"/>
            <a:ext cx="12192000" cy="6858000"/>
          </a:xfrm>
          <a:prstGeom prst="rect">
            <a:avLst/>
          </a:prstGeom>
        </p:spPr>
        <p:txBody>
          <a:bodyPr anchor="ctr" anchorCtr="0">
            <a:noAutofit/>
          </a:bodyPr>
          <a:lstStyle>
            <a:lvl1pPr algn="ctr">
              <a:defRPr sz="1800"/>
            </a:lvl1pPr>
          </a:lstStyle>
          <a:p>
            <a:r>
              <a:rPr lang="en-GB" noProof="0" dirty="0"/>
              <a:t>Click Icon to add picture  then Send to Back</a:t>
            </a:r>
          </a:p>
        </p:txBody>
      </p:sp>
      <p:sp>
        <p:nvSpPr>
          <p:cNvPr id="14" name="Date Placeholder 3">
            <a:extLst>
              <a:ext uri="{FF2B5EF4-FFF2-40B4-BE49-F238E27FC236}">
                <a16:creationId xmlns:a16="http://schemas.microsoft.com/office/drawing/2014/main" id="{E06C42DF-BE4A-72F7-5D43-04AB5AAE9252}"/>
              </a:ext>
            </a:extLst>
          </p:cNvPr>
          <p:cNvSpPr>
            <a:spLocks noGrp="1"/>
          </p:cNvSpPr>
          <p:nvPr>
            <p:ph type="dt" sz="half" idx="2"/>
          </p:nvPr>
        </p:nvSpPr>
        <p:spPr>
          <a:xfrm>
            <a:off x="1270862" y="6706800"/>
            <a:ext cx="1296000" cy="151200"/>
          </a:xfrm>
          <a:prstGeom prst="rect">
            <a:avLst/>
          </a:prstGeom>
        </p:spPr>
        <p:txBody>
          <a:bodyPr vert="horz" wrap="none" lIns="0" tIns="0" rIns="0" bIns="0" rtlCol="0" anchor="t" anchorCtr="0"/>
          <a:lstStyle>
            <a:lvl1pPr algn="l">
              <a:defRPr sz="800">
                <a:solidFill>
                  <a:srgbClr val="000000"/>
                </a:solidFill>
                <a:latin typeface="+mn-lt"/>
              </a:defRPr>
            </a:lvl1pPr>
          </a:lstStyle>
          <a:p>
            <a:fld id="{BD908D9F-CFFA-4459-967E-8651E1339C04}" type="datetime4">
              <a:rPr lang="en-GB" smtClean="0"/>
              <a:t>23 October 2025</a:t>
            </a:fld>
            <a:endParaRPr lang="en-GB" dirty="0"/>
          </a:p>
        </p:txBody>
      </p:sp>
      <p:sp>
        <p:nvSpPr>
          <p:cNvPr id="15" name="Slide Number Placeholder 5">
            <a:extLst>
              <a:ext uri="{FF2B5EF4-FFF2-40B4-BE49-F238E27FC236}">
                <a16:creationId xmlns:a16="http://schemas.microsoft.com/office/drawing/2014/main" id="{EB3F6A88-4678-CB3C-4B0A-D7EA5380BAC2}"/>
              </a:ext>
            </a:extLst>
          </p:cNvPr>
          <p:cNvSpPr>
            <a:spLocks noGrp="1"/>
          </p:cNvSpPr>
          <p:nvPr>
            <p:ph type="sldNum" sz="quarter" idx="4"/>
          </p:nvPr>
        </p:nvSpPr>
        <p:spPr>
          <a:xfrm>
            <a:off x="550863" y="6706800"/>
            <a:ext cx="505703" cy="151200"/>
          </a:xfrm>
          <a:prstGeom prst="rect">
            <a:avLst/>
          </a:prstGeom>
        </p:spPr>
        <p:txBody>
          <a:bodyPr vert="horz" wrap="none" lIns="0" tIns="0" rIns="0" bIns="0" rtlCol="0" anchor="t" anchorCtr="0"/>
          <a:lstStyle>
            <a:lvl1pPr algn="l">
              <a:defRPr sz="800">
                <a:solidFill>
                  <a:srgbClr val="000000"/>
                </a:solidFill>
                <a:latin typeface="+mn-lt"/>
              </a:defRPr>
            </a:lvl1pPr>
          </a:lstStyle>
          <a:p>
            <a:r>
              <a:rPr lang="en-GB" dirty="0"/>
              <a:t>Slide </a:t>
            </a:r>
            <a:fld id="{76334558-CCCF-4D1D-AE70-66F3BBA51340}" type="slidenum">
              <a:rPr lang="en-GB" smtClean="0"/>
              <a:pPr/>
              <a:t>‹#›</a:t>
            </a:fld>
            <a:endParaRPr lang="en-GB" dirty="0"/>
          </a:p>
        </p:txBody>
      </p:sp>
      <p:sp>
        <p:nvSpPr>
          <p:cNvPr id="17" name="Footer Placeholder 4">
            <a:extLst>
              <a:ext uri="{FF2B5EF4-FFF2-40B4-BE49-F238E27FC236}">
                <a16:creationId xmlns:a16="http://schemas.microsoft.com/office/drawing/2014/main" id="{4035240F-C878-77AD-FF04-EB554E943206}"/>
              </a:ext>
            </a:extLst>
          </p:cNvPr>
          <p:cNvSpPr>
            <a:spLocks noGrp="1"/>
          </p:cNvSpPr>
          <p:nvPr>
            <p:ph type="ftr" sz="quarter" idx="3"/>
          </p:nvPr>
        </p:nvSpPr>
        <p:spPr>
          <a:xfrm>
            <a:off x="7932737" y="6706800"/>
            <a:ext cx="3708401" cy="151200"/>
          </a:xfrm>
          <a:prstGeom prst="rect">
            <a:avLst/>
          </a:prstGeom>
        </p:spPr>
        <p:txBody>
          <a:bodyPr wrap="none" lIns="0" tIns="0" rIns="0" bIns="0" anchor="t" anchorCtr="0">
            <a:noAutofit/>
          </a:bodyPr>
          <a:lstStyle>
            <a:lvl1pPr algn="r">
              <a:defRPr lang="en-GB" sz="800">
                <a:latin typeface="+mn-lt"/>
              </a:defRPr>
            </a:lvl1pPr>
          </a:lstStyle>
          <a:p>
            <a:endParaRPr lang="en-US" dirty="0"/>
          </a:p>
        </p:txBody>
      </p:sp>
      <p:sp>
        <p:nvSpPr>
          <p:cNvPr id="4" name="Picture Placeholder 3">
            <a:extLst>
              <a:ext uri="{FF2B5EF4-FFF2-40B4-BE49-F238E27FC236}">
                <a16:creationId xmlns:a16="http://schemas.microsoft.com/office/drawing/2014/main" id="{5C6DFBAB-E6E4-14C2-3BB9-C5B8AA72A163}"/>
              </a:ext>
            </a:extLst>
          </p:cNvPr>
          <p:cNvSpPr>
            <a:spLocks noGrp="1"/>
          </p:cNvSpPr>
          <p:nvPr>
            <p:ph type="pic" sz="quarter" idx="14" hasCustomPrompt="1"/>
          </p:nvPr>
        </p:nvSpPr>
        <p:spPr>
          <a:xfrm>
            <a:off x="11248800" y="0"/>
            <a:ext cx="943200" cy="543600"/>
          </a:xfrm>
          <a:blipFill dpi="0" rotWithShape="1">
            <a:blip r:embed="rId2">
              <a:extLst>
                <a:ext uri="{96DAC541-7B7A-43D3-8B79-37D633B846F1}">
                  <asvg:svgBlip xmlns:asvg="http://schemas.microsoft.com/office/drawing/2016/SVG/main" r:embed="rId3"/>
                </a:ext>
              </a:extLst>
            </a:blip>
            <a:srcRect/>
            <a:stretch>
              <a:fillRect/>
            </a:stretch>
          </a:blipFill>
        </p:spPr>
        <p:txBody>
          <a:bodyPr/>
          <a:lstStyle>
            <a:lvl1pPr>
              <a:defRPr sz="800"/>
            </a:lvl1pPr>
          </a:lstStyle>
          <a:p>
            <a:pPr marL="0" marR="0" lvl="0" indent="0" algn="l" defTabSz="914423" rtl="0" eaLnBrk="1" fontAlgn="auto" latinLnBrk="0" hangingPunct="1">
              <a:lnSpc>
                <a:spcPct val="95000"/>
              </a:lnSpc>
              <a:spcBef>
                <a:spcPts val="1800"/>
              </a:spcBef>
              <a:spcAft>
                <a:spcPts val="0"/>
              </a:spcAft>
              <a:buClrTx/>
              <a:buSzTx/>
              <a:buFont typeface="Arial" panose="020B0604020202020204" pitchFamily="34" charset="0"/>
              <a:buNone/>
              <a:tabLst/>
              <a:defRPr/>
            </a:pPr>
            <a:r>
              <a:rPr lang="en-GB" dirty="0"/>
              <a:t>  </a:t>
            </a:r>
          </a:p>
        </p:txBody>
      </p:sp>
      <p:sp>
        <p:nvSpPr>
          <p:cNvPr id="16" name="Title 15">
            <a:extLst>
              <a:ext uri="{FF2B5EF4-FFF2-40B4-BE49-F238E27FC236}">
                <a16:creationId xmlns:a16="http://schemas.microsoft.com/office/drawing/2014/main" id="{486497AE-FA4F-9F62-48B4-07FBF0F3C7EC}"/>
              </a:ext>
            </a:extLst>
          </p:cNvPr>
          <p:cNvSpPr>
            <a:spLocks noGrp="1"/>
          </p:cNvSpPr>
          <p:nvPr>
            <p:ph type="title" hasCustomPrompt="1"/>
          </p:nvPr>
        </p:nvSpPr>
        <p:spPr>
          <a:xfrm>
            <a:off x="550863" y="5695508"/>
            <a:ext cx="3697287" cy="627452"/>
          </a:xfrm>
          <a:solidFill>
            <a:srgbClr val="000000">
              <a:alpha val="60000"/>
            </a:srgbClr>
          </a:solidFill>
        </p:spPr>
        <p:txBody>
          <a:bodyPr wrap="square" lIns="108000" tIns="108000" rIns="108000" bIns="108000" anchor="b" anchorCtr="0">
            <a:spAutoFit/>
          </a:bodyPr>
          <a:lstStyle>
            <a:lvl1pPr>
              <a:lnSpc>
                <a:spcPct val="95000"/>
              </a:lnSpc>
              <a:defRPr sz="1400">
                <a:solidFill>
                  <a:schemeClr val="bg1"/>
                </a:solidFill>
                <a:latin typeface="+mn-lt"/>
              </a:defRPr>
            </a:lvl1pPr>
          </a:lstStyle>
          <a:p>
            <a:r>
              <a:rPr lang="en-GB" dirty="0"/>
              <a:t>Remove this textbox if </a:t>
            </a:r>
            <a:br>
              <a:rPr lang="en-GB" dirty="0"/>
            </a:br>
            <a:r>
              <a:rPr lang="en-GB" dirty="0"/>
              <a:t>no caption needed</a:t>
            </a:r>
            <a:endParaRPr lang="en-US" dirty="0"/>
          </a:p>
        </p:txBody>
      </p:sp>
    </p:spTree>
    <p:extLst>
      <p:ext uri="{BB962C8B-B14F-4D97-AF65-F5344CB8AC3E}">
        <p14:creationId xmlns:p14="http://schemas.microsoft.com/office/powerpoint/2010/main" val="2148199488"/>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Media">
    <p:spTree>
      <p:nvGrpSpPr>
        <p:cNvPr id="1" name=""/>
        <p:cNvGrpSpPr/>
        <p:nvPr/>
      </p:nvGrpSpPr>
      <p:grpSpPr>
        <a:xfrm>
          <a:off x="0" y="0"/>
          <a:ext cx="0" cy="0"/>
          <a:chOff x="0" y="0"/>
          <a:chExt cx="0" cy="0"/>
        </a:xfrm>
      </p:grpSpPr>
      <p:sp>
        <p:nvSpPr>
          <p:cNvPr id="7" name="Media Placeholder 6">
            <a:extLst>
              <a:ext uri="{FF2B5EF4-FFF2-40B4-BE49-F238E27FC236}">
                <a16:creationId xmlns:a16="http://schemas.microsoft.com/office/drawing/2014/main" id="{F14263ED-BA8A-7779-3226-3D410C51786A}"/>
              </a:ext>
            </a:extLst>
          </p:cNvPr>
          <p:cNvSpPr>
            <a:spLocks noGrp="1"/>
          </p:cNvSpPr>
          <p:nvPr>
            <p:ph type="media" sz="quarter" idx="13" hasCustomPrompt="1"/>
          </p:nvPr>
        </p:nvSpPr>
        <p:spPr>
          <a:xfrm>
            <a:off x="0" y="0"/>
            <a:ext cx="12192000" cy="6858000"/>
          </a:xfrm>
        </p:spPr>
        <p:txBody>
          <a:bodyPr anchor="ctr" anchorCtr="1"/>
          <a:lstStyle>
            <a:lvl1pPr algn="ctr">
              <a:defRPr sz="1800"/>
            </a:lvl1pPr>
          </a:lstStyle>
          <a:p>
            <a:r>
              <a:rPr lang="en-GB" noProof="0" dirty="0"/>
              <a:t>Click Icon to insert Media then Send to Back</a:t>
            </a:r>
          </a:p>
        </p:txBody>
      </p:sp>
      <p:sp>
        <p:nvSpPr>
          <p:cNvPr id="3" name="Footer Placeholder 2">
            <a:extLst>
              <a:ext uri="{FF2B5EF4-FFF2-40B4-BE49-F238E27FC236}">
                <a16:creationId xmlns:a16="http://schemas.microsoft.com/office/drawing/2014/main" id="{B5A9DE44-4214-C007-EDEC-94E11704EA04}"/>
              </a:ext>
            </a:extLst>
          </p:cNvPr>
          <p:cNvSpPr>
            <a:spLocks noGrp="1"/>
          </p:cNvSpPr>
          <p:nvPr>
            <p:ph type="ftr" sz="quarter" idx="10"/>
          </p:nvPr>
        </p:nvSpPr>
        <p:spPr/>
        <p:txBody>
          <a:bodyPr/>
          <a:lstStyle/>
          <a:p>
            <a:endParaRPr lang="en-GB" noProof="0" dirty="0"/>
          </a:p>
        </p:txBody>
      </p:sp>
      <p:sp>
        <p:nvSpPr>
          <p:cNvPr id="4" name="Date Placeholder 3">
            <a:extLst>
              <a:ext uri="{FF2B5EF4-FFF2-40B4-BE49-F238E27FC236}">
                <a16:creationId xmlns:a16="http://schemas.microsoft.com/office/drawing/2014/main" id="{60F86B39-1072-6170-1A87-1B8503FC6344}"/>
              </a:ext>
            </a:extLst>
          </p:cNvPr>
          <p:cNvSpPr>
            <a:spLocks noGrp="1"/>
          </p:cNvSpPr>
          <p:nvPr>
            <p:ph type="dt" sz="half" idx="11"/>
          </p:nvPr>
        </p:nvSpPr>
        <p:spPr/>
        <p:txBody>
          <a:bodyPr/>
          <a:lstStyle/>
          <a:p>
            <a:fld id="{7E986BB9-B6BA-4574-ACC6-865DA48EA3B0}" type="datetime4">
              <a:rPr lang="en-GB" noProof="0" smtClean="0"/>
              <a:t>23 October 2025</a:t>
            </a:fld>
            <a:endParaRPr lang="en-GB" noProof="0" dirty="0"/>
          </a:p>
        </p:txBody>
      </p:sp>
      <p:sp>
        <p:nvSpPr>
          <p:cNvPr id="5" name="Slide Number Placeholder 4">
            <a:extLst>
              <a:ext uri="{FF2B5EF4-FFF2-40B4-BE49-F238E27FC236}">
                <a16:creationId xmlns:a16="http://schemas.microsoft.com/office/drawing/2014/main" id="{238CEA7D-5F78-BFF6-1395-BCB6F27546AA}"/>
              </a:ext>
            </a:extLst>
          </p:cNvPr>
          <p:cNvSpPr>
            <a:spLocks noGrp="1"/>
          </p:cNvSpPr>
          <p:nvPr>
            <p:ph type="sldNum" sz="quarter" idx="12"/>
          </p:nvPr>
        </p:nvSpPr>
        <p:spPr/>
        <p:txBody>
          <a:bodyPr/>
          <a:lstStyle/>
          <a:p>
            <a:r>
              <a:rPr lang="en-GB" noProof="0" dirty="0"/>
              <a:t>Slide </a:t>
            </a:r>
            <a:fld id="{76334558-CCCF-4D1D-AE70-66F3BBA51340}" type="slidenum">
              <a:rPr lang="en-GB" noProof="0" smtClean="0"/>
              <a:pPr/>
              <a:t>‹#›</a:t>
            </a:fld>
            <a:endParaRPr lang="en-GB" noProof="0" dirty="0"/>
          </a:p>
        </p:txBody>
      </p:sp>
      <p:sp>
        <p:nvSpPr>
          <p:cNvPr id="6" name="Picture Placeholder 3">
            <a:extLst>
              <a:ext uri="{FF2B5EF4-FFF2-40B4-BE49-F238E27FC236}">
                <a16:creationId xmlns:a16="http://schemas.microsoft.com/office/drawing/2014/main" id="{972636A3-7A3C-8352-642D-A15CC33EB772}"/>
              </a:ext>
            </a:extLst>
          </p:cNvPr>
          <p:cNvSpPr>
            <a:spLocks noGrp="1"/>
          </p:cNvSpPr>
          <p:nvPr>
            <p:ph type="pic" sz="quarter" idx="14" hasCustomPrompt="1"/>
          </p:nvPr>
        </p:nvSpPr>
        <p:spPr>
          <a:xfrm>
            <a:off x="11248800" y="0"/>
            <a:ext cx="943200" cy="543600"/>
          </a:xfrm>
          <a:blipFill dpi="0" rotWithShape="1">
            <a:blip r:embed="rId2">
              <a:extLst>
                <a:ext uri="{96DAC541-7B7A-43D3-8B79-37D633B846F1}">
                  <asvg:svgBlip xmlns:asvg="http://schemas.microsoft.com/office/drawing/2016/SVG/main" r:embed="rId3"/>
                </a:ext>
              </a:extLst>
            </a:blip>
            <a:srcRect/>
            <a:stretch>
              <a:fillRect/>
            </a:stretch>
          </a:blipFill>
        </p:spPr>
        <p:txBody>
          <a:bodyPr/>
          <a:lstStyle>
            <a:lvl1pPr>
              <a:defRPr sz="800"/>
            </a:lvl1pPr>
          </a:lstStyle>
          <a:p>
            <a:pPr marL="0" marR="0" lvl="0" indent="0" algn="l" defTabSz="914423" rtl="0" eaLnBrk="1" fontAlgn="auto" latinLnBrk="0" hangingPunct="1">
              <a:lnSpc>
                <a:spcPct val="95000"/>
              </a:lnSpc>
              <a:spcBef>
                <a:spcPts val="1800"/>
              </a:spcBef>
              <a:spcAft>
                <a:spcPts val="0"/>
              </a:spcAft>
              <a:buClrTx/>
              <a:buSzTx/>
              <a:buFont typeface="Arial" panose="020B0604020202020204" pitchFamily="34" charset="0"/>
              <a:buNone/>
              <a:tabLst/>
              <a:defRPr/>
            </a:pPr>
            <a:r>
              <a:rPr lang="en-GB" dirty="0"/>
              <a:t>  </a:t>
            </a:r>
          </a:p>
        </p:txBody>
      </p:sp>
    </p:spTree>
    <p:extLst>
      <p:ext uri="{BB962C8B-B14F-4D97-AF65-F5344CB8AC3E}">
        <p14:creationId xmlns:p14="http://schemas.microsoft.com/office/powerpoint/2010/main" val="4011810813"/>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and Picture_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A60F0F4E-3794-41C1-980B-E757B2EA76FB}"/>
              </a:ext>
            </a:extLst>
          </p:cNvPr>
          <p:cNvSpPr>
            <a:spLocks noGrp="1"/>
          </p:cNvSpPr>
          <p:nvPr>
            <p:ph type="pic" sz="quarter" idx="13" hasCustomPrompt="1"/>
          </p:nvPr>
        </p:nvSpPr>
        <p:spPr>
          <a:xfrm>
            <a:off x="4835526" y="0"/>
            <a:ext cx="7356474" cy="6858000"/>
          </a:xfrm>
          <a:prstGeom prst="rect">
            <a:avLst/>
          </a:prstGeom>
        </p:spPr>
        <p:txBody>
          <a:bodyPr anchor="ctr" anchorCtr="1">
            <a:noAutofit/>
          </a:bodyPr>
          <a:lstStyle>
            <a:lvl1pPr marL="0" marR="0" indent="0" algn="ctr" defTabSz="914423"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0" marR="0" lvl="0" indent="0" algn="l" defTabSz="914423"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noProof="0" dirty="0"/>
              <a:t>Click Icon to add picture then Send to Back</a:t>
            </a:r>
          </a:p>
        </p:txBody>
      </p:sp>
      <p:sp>
        <p:nvSpPr>
          <p:cNvPr id="2" name="Text Placeholder 3">
            <a:extLst>
              <a:ext uri="{FF2B5EF4-FFF2-40B4-BE49-F238E27FC236}">
                <a16:creationId xmlns:a16="http://schemas.microsoft.com/office/drawing/2014/main" id="{61903B30-0C6B-C802-62F6-B1D282B53E23}"/>
              </a:ext>
            </a:extLst>
          </p:cNvPr>
          <p:cNvSpPr>
            <a:spLocks noGrp="1"/>
          </p:cNvSpPr>
          <p:nvPr>
            <p:ph type="body" sz="quarter" idx="16"/>
          </p:nvPr>
        </p:nvSpPr>
        <p:spPr>
          <a:xfrm>
            <a:off x="550863" y="1700213"/>
            <a:ext cx="3708399" cy="462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3F4DE1DB-8EC2-E393-288D-94F43DE529C9}"/>
              </a:ext>
            </a:extLst>
          </p:cNvPr>
          <p:cNvSpPr>
            <a:spLocks noGrp="1"/>
          </p:cNvSpPr>
          <p:nvPr>
            <p:ph type="dt" sz="half" idx="2"/>
          </p:nvPr>
        </p:nvSpPr>
        <p:spPr>
          <a:xfrm>
            <a:off x="860671" y="6706800"/>
            <a:ext cx="842839" cy="151200"/>
          </a:xfrm>
          <a:prstGeom prst="rect">
            <a:avLst/>
          </a:prstGeom>
        </p:spPr>
        <p:txBody>
          <a:bodyPr vert="horz" wrap="none" lIns="0" tIns="0" rIns="0" bIns="0" rtlCol="0" anchor="t" anchorCtr="0"/>
          <a:lstStyle>
            <a:lvl1pPr algn="l">
              <a:defRPr sz="800">
                <a:solidFill>
                  <a:srgbClr val="000000"/>
                </a:solidFill>
                <a:latin typeface="+mn-lt"/>
              </a:defRPr>
            </a:lvl1pPr>
          </a:lstStyle>
          <a:p>
            <a:fld id="{90137AE8-4CEB-451B-8D8C-A0850C9753B6}" type="datetime4">
              <a:rPr lang="en-GB" smtClean="0"/>
              <a:t>23 October 2025</a:t>
            </a:fld>
            <a:endParaRPr lang="en-GB" dirty="0"/>
          </a:p>
        </p:txBody>
      </p:sp>
      <p:sp>
        <p:nvSpPr>
          <p:cNvPr id="11" name="Slide Number Placeholder 5">
            <a:extLst>
              <a:ext uri="{FF2B5EF4-FFF2-40B4-BE49-F238E27FC236}">
                <a16:creationId xmlns:a16="http://schemas.microsoft.com/office/drawing/2014/main" id="{1D9114E8-3D6B-D284-D2C3-986E7DD6E006}"/>
              </a:ext>
            </a:extLst>
          </p:cNvPr>
          <p:cNvSpPr>
            <a:spLocks noGrp="1"/>
          </p:cNvSpPr>
          <p:nvPr>
            <p:ph type="sldNum" sz="quarter" idx="4"/>
          </p:nvPr>
        </p:nvSpPr>
        <p:spPr>
          <a:xfrm>
            <a:off x="140671" y="6706800"/>
            <a:ext cx="505703" cy="151200"/>
          </a:xfrm>
          <a:prstGeom prst="rect">
            <a:avLst/>
          </a:prstGeom>
        </p:spPr>
        <p:txBody>
          <a:bodyPr vert="horz" wrap="none" lIns="0" tIns="0" rIns="0" bIns="0" rtlCol="0" anchor="t" anchorCtr="0"/>
          <a:lstStyle>
            <a:lvl1pPr algn="l">
              <a:defRPr sz="800">
                <a:solidFill>
                  <a:srgbClr val="000000"/>
                </a:solidFill>
                <a:latin typeface="+mn-lt"/>
              </a:defRPr>
            </a:lvl1pPr>
          </a:lstStyle>
          <a:p>
            <a:r>
              <a:rPr lang="en-GB" dirty="0"/>
              <a:t>Slide </a:t>
            </a:r>
            <a:fld id="{76334558-CCCF-4D1D-AE70-66F3BBA51340}" type="slidenum">
              <a:rPr lang="en-GB" smtClean="0"/>
              <a:pPr/>
              <a:t>‹#›</a:t>
            </a:fld>
            <a:endParaRPr lang="en-GB" dirty="0"/>
          </a:p>
        </p:txBody>
      </p:sp>
      <p:sp>
        <p:nvSpPr>
          <p:cNvPr id="14" name="Footer Placeholder 4">
            <a:extLst>
              <a:ext uri="{FF2B5EF4-FFF2-40B4-BE49-F238E27FC236}">
                <a16:creationId xmlns:a16="http://schemas.microsoft.com/office/drawing/2014/main" id="{25C2C506-111A-E9DA-14AA-DC23A76DE1BB}"/>
              </a:ext>
            </a:extLst>
          </p:cNvPr>
          <p:cNvSpPr>
            <a:spLocks noGrp="1"/>
          </p:cNvSpPr>
          <p:nvPr>
            <p:ph type="ftr" sz="quarter" idx="3"/>
          </p:nvPr>
        </p:nvSpPr>
        <p:spPr>
          <a:xfrm>
            <a:off x="7932737" y="6706800"/>
            <a:ext cx="3708401" cy="151200"/>
          </a:xfrm>
          <a:prstGeom prst="rect">
            <a:avLst/>
          </a:prstGeom>
        </p:spPr>
        <p:txBody>
          <a:bodyPr wrap="none" lIns="0" tIns="0" rIns="0" bIns="0" anchor="t" anchorCtr="0">
            <a:noAutofit/>
          </a:bodyPr>
          <a:lstStyle>
            <a:lvl1pPr algn="r">
              <a:defRPr lang="en-GB" sz="800">
                <a:latin typeface="+mn-lt"/>
              </a:defRPr>
            </a:lvl1pPr>
          </a:lstStyle>
          <a:p>
            <a:endParaRPr lang="en-US" dirty="0"/>
          </a:p>
        </p:txBody>
      </p:sp>
      <p:sp>
        <p:nvSpPr>
          <p:cNvPr id="15" name="Title 14">
            <a:extLst>
              <a:ext uri="{FF2B5EF4-FFF2-40B4-BE49-F238E27FC236}">
                <a16:creationId xmlns:a16="http://schemas.microsoft.com/office/drawing/2014/main" id="{A123B17D-B49E-A72E-EA28-9893A873634F}"/>
              </a:ext>
            </a:extLst>
          </p:cNvPr>
          <p:cNvSpPr>
            <a:spLocks noGrp="1"/>
          </p:cNvSpPr>
          <p:nvPr>
            <p:ph type="title"/>
          </p:nvPr>
        </p:nvSpPr>
        <p:spPr>
          <a:xfrm>
            <a:off x="550865" y="540000"/>
            <a:ext cx="3708398" cy="774000"/>
          </a:xfrm>
        </p:spPr>
        <p:txBody>
          <a:bodyPr/>
          <a:lstStyle/>
          <a:p>
            <a:r>
              <a:rPr lang="en-US"/>
              <a:t>Click to edit Master title style</a:t>
            </a:r>
            <a:endParaRPr lang="en-US" dirty="0"/>
          </a:p>
        </p:txBody>
      </p:sp>
      <p:sp>
        <p:nvSpPr>
          <p:cNvPr id="3" name="Picture Placeholder 3">
            <a:extLst>
              <a:ext uri="{FF2B5EF4-FFF2-40B4-BE49-F238E27FC236}">
                <a16:creationId xmlns:a16="http://schemas.microsoft.com/office/drawing/2014/main" id="{BA91FE6A-CDA6-4150-5850-4151FA810110}"/>
              </a:ext>
            </a:extLst>
          </p:cNvPr>
          <p:cNvSpPr>
            <a:spLocks noGrp="1"/>
          </p:cNvSpPr>
          <p:nvPr>
            <p:ph type="pic" sz="quarter" idx="14" hasCustomPrompt="1"/>
          </p:nvPr>
        </p:nvSpPr>
        <p:spPr>
          <a:xfrm>
            <a:off x="11248800" y="0"/>
            <a:ext cx="943200" cy="543600"/>
          </a:xfrm>
          <a:blipFill dpi="0" rotWithShape="1">
            <a:blip r:embed="rId2">
              <a:extLst>
                <a:ext uri="{96DAC541-7B7A-43D3-8B79-37D633B846F1}">
                  <asvg:svgBlip xmlns:asvg="http://schemas.microsoft.com/office/drawing/2016/SVG/main" r:embed="rId3"/>
                </a:ext>
              </a:extLst>
            </a:blip>
            <a:srcRect/>
            <a:stretch>
              <a:fillRect/>
            </a:stretch>
          </a:blipFill>
        </p:spPr>
        <p:txBody>
          <a:bodyPr/>
          <a:lstStyle>
            <a:lvl1pPr>
              <a:defRPr sz="800"/>
            </a:lvl1pPr>
          </a:lstStyle>
          <a:p>
            <a:pPr marL="0" marR="0" lvl="0" indent="0" algn="l" defTabSz="914423" rtl="0" eaLnBrk="1" fontAlgn="auto" latinLnBrk="0" hangingPunct="1">
              <a:lnSpc>
                <a:spcPct val="95000"/>
              </a:lnSpc>
              <a:spcBef>
                <a:spcPts val="1800"/>
              </a:spcBef>
              <a:spcAft>
                <a:spcPts val="0"/>
              </a:spcAft>
              <a:buClrTx/>
              <a:buSzTx/>
              <a:buFont typeface="Arial" panose="020B0604020202020204" pitchFamily="34" charset="0"/>
              <a:buNone/>
              <a:tabLst/>
              <a:defRPr/>
            </a:pPr>
            <a:r>
              <a:rPr lang="en-GB" dirty="0"/>
              <a:t> </a:t>
            </a:r>
          </a:p>
        </p:txBody>
      </p:sp>
    </p:spTree>
    <p:extLst>
      <p:ext uri="{BB962C8B-B14F-4D97-AF65-F5344CB8AC3E}">
        <p14:creationId xmlns:p14="http://schemas.microsoft.com/office/powerpoint/2010/main" val="2608467397"/>
      </p:ext>
    </p:extLst>
  </p:cSld>
  <p:clrMapOvr>
    <a:masterClrMapping/>
  </p:clrMapOvr>
  <p:transition spd="med">
    <p:fade/>
  </p:transition>
  <p:extLst>
    <p:ext uri="{DCECCB84-F9BA-43D5-87BE-67443E8EF086}">
      <p15:sldGuideLst xmlns:p15="http://schemas.microsoft.com/office/powerpoint/2012/main">
        <p15:guide id="1" pos="2683" userDrawn="1">
          <p15:clr>
            <a:srgbClr val="FBAE40"/>
          </p15:clr>
        </p15:guide>
        <p15:guide id="2" pos="304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and Picture_2">
    <p:spTree>
      <p:nvGrpSpPr>
        <p:cNvPr id="1" name=""/>
        <p:cNvGrpSpPr/>
        <p:nvPr/>
      </p:nvGrpSpPr>
      <p:grpSpPr>
        <a:xfrm>
          <a:off x="0" y="0"/>
          <a:ext cx="0" cy="0"/>
          <a:chOff x="0" y="0"/>
          <a:chExt cx="0" cy="0"/>
        </a:xfrm>
      </p:grpSpPr>
      <p:sp>
        <p:nvSpPr>
          <p:cNvPr id="2" name="Picture Placeholder 5">
            <a:extLst>
              <a:ext uri="{FF2B5EF4-FFF2-40B4-BE49-F238E27FC236}">
                <a16:creationId xmlns:a16="http://schemas.microsoft.com/office/drawing/2014/main" id="{D20B9CFA-023D-5E50-CFF6-4EA140290195}"/>
              </a:ext>
            </a:extLst>
          </p:cNvPr>
          <p:cNvSpPr>
            <a:spLocks noGrp="1"/>
          </p:cNvSpPr>
          <p:nvPr>
            <p:ph type="pic" sz="quarter" idx="15" hasCustomPrompt="1"/>
          </p:nvPr>
        </p:nvSpPr>
        <p:spPr>
          <a:xfrm>
            <a:off x="4835526" y="3448800"/>
            <a:ext cx="7356474" cy="3409200"/>
          </a:xfrm>
          <a:prstGeom prst="rect">
            <a:avLst/>
          </a:prstGeom>
        </p:spPr>
        <p:txBody>
          <a:bodyPr anchor="ctr" anchorCtr="1">
            <a:noAutofit/>
          </a:bodyPr>
          <a:lstStyle>
            <a:lvl1pPr marL="0" marR="0" indent="0" algn="ctr" defTabSz="914423"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0" marR="0" lvl="0" indent="0" algn="l" defTabSz="914423"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noProof="0" dirty="0"/>
              <a:t>Click Icon to add picture then Send to Back</a:t>
            </a:r>
          </a:p>
        </p:txBody>
      </p:sp>
      <p:sp>
        <p:nvSpPr>
          <p:cNvPr id="6" name="Picture Placeholder 5">
            <a:extLst>
              <a:ext uri="{FF2B5EF4-FFF2-40B4-BE49-F238E27FC236}">
                <a16:creationId xmlns:a16="http://schemas.microsoft.com/office/drawing/2014/main" id="{A60F0F4E-3794-41C1-980B-E757B2EA76FB}"/>
              </a:ext>
            </a:extLst>
          </p:cNvPr>
          <p:cNvSpPr>
            <a:spLocks noGrp="1"/>
          </p:cNvSpPr>
          <p:nvPr>
            <p:ph type="pic" sz="quarter" idx="13" hasCustomPrompt="1"/>
          </p:nvPr>
        </p:nvSpPr>
        <p:spPr>
          <a:xfrm>
            <a:off x="4835526" y="0"/>
            <a:ext cx="7356474" cy="3409200"/>
          </a:xfrm>
          <a:prstGeom prst="rect">
            <a:avLst/>
          </a:prstGeom>
        </p:spPr>
        <p:txBody>
          <a:bodyPr anchor="ctr" anchorCtr="1">
            <a:noAutofit/>
          </a:bodyPr>
          <a:lstStyle>
            <a:lvl1pPr marL="0" marR="0" indent="0" algn="ctr" defTabSz="914423"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0" marR="0" lvl="0" indent="0" algn="l" defTabSz="914423"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noProof="0" dirty="0"/>
              <a:t>Click Icon to add picture then Send to Back</a:t>
            </a:r>
          </a:p>
        </p:txBody>
      </p:sp>
      <p:sp>
        <p:nvSpPr>
          <p:cNvPr id="7" name="Date Placeholder 3">
            <a:extLst>
              <a:ext uri="{FF2B5EF4-FFF2-40B4-BE49-F238E27FC236}">
                <a16:creationId xmlns:a16="http://schemas.microsoft.com/office/drawing/2014/main" id="{3F4DE1DB-8EC2-E393-288D-94F43DE529C9}"/>
              </a:ext>
            </a:extLst>
          </p:cNvPr>
          <p:cNvSpPr>
            <a:spLocks noGrp="1"/>
          </p:cNvSpPr>
          <p:nvPr>
            <p:ph type="dt" sz="half" idx="2"/>
          </p:nvPr>
        </p:nvSpPr>
        <p:spPr>
          <a:xfrm>
            <a:off x="860671" y="6706800"/>
            <a:ext cx="842839" cy="151200"/>
          </a:xfrm>
          <a:prstGeom prst="rect">
            <a:avLst/>
          </a:prstGeom>
        </p:spPr>
        <p:txBody>
          <a:bodyPr vert="horz" wrap="none" lIns="0" tIns="0" rIns="0" bIns="0" rtlCol="0" anchor="t" anchorCtr="0"/>
          <a:lstStyle>
            <a:lvl1pPr algn="l">
              <a:defRPr sz="800">
                <a:solidFill>
                  <a:srgbClr val="000000"/>
                </a:solidFill>
                <a:latin typeface="+mn-lt"/>
              </a:defRPr>
            </a:lvl1pPr>
          </a:lstStyle>
          <a:p>
            <a:fld id="{EFEF2ED6-F103-4C26-9082-7B54EC86D45D}" type="datetime4">
              <a:rPr lang="en-GB" noProof="0" smtClean="0"/>
              <a:t>23 October 2025</a:t>
            </a:fld>
            <a:endParaRPr lang="en-GB" noProof="0" dirty="0"/>
          </a:p>
        </p:txBody>
      </p:sp>
      <p:sp>
        <p:nvSpPr>
          <p:cNvPr id="11" name="Slide Number Placeholder 5">
            <a:extLst>
              <a:ext uri="{FF2B5EF4-FFF2-40B4-BE49-F238E27FC236}">
                <a16:creationId xmlns:a16="http://schemas.microsoft.com/office/drawing/2014/main" id="{1D9114E8-3D6B-D284-D2C3-986E7DD6E006}"/>
              </a:ext>
            </a:extLst>
          </p:cNvPr>
          <p:cNvSpPr>
            <a:spLocks noGrp="1"/>
          </p:cNvSpPr>
          <p:nvPr>
            <p:ph type="sldNum" sz="quarter" idx="4"/>
          </p:nvPr>
        </p:nvSpPr>
        <p:spPr>
          <a:xfrm>
            <a:off x="140671" y="6706800"/>
            <a:ext cx="505703" cy="151200"/>
          </a:xfrm>
          <a:prstGeom prst="rect">
            <a:avLst/>
          </a:prstGeom>
        </p:spPr>
        <p:txBody>
          <a:bodyPr vert="horz" wrap="none" lIns="0" tIns="0" rIns="0" bIns="0" rtlCol="0" anchor="t" anchorCtr="0"/>
          <a:lstStyle>
            <a:lvl1pPr algn="l">
              <a:defRPr sz="800">
                <a:solidFill>
                  <a:srgbClr val="000000"/>
                </a:solidFill>
                <a:latin typeface="+mn-lt"/>
              </a:defRPr>
            </a:lvl1pPr>
          </a:lstStyle>
          <a:p>
            <a:r>
              <a:rPr lang="en-GB" noProof="0" dirty="0"/>
              <a:t>Slide </a:t>
            </a:r>
            <a:fld id="{76334558-CCCF-4D1D-AE70-66F3BBA51340}" type="slidenum">
              <a:rPr lang="en-GB" noProof="0" smtClean="0"/>
              <a:pPr/>
              <a:t>‹#›</a:t>
            </a:fld>
            <a:endParaRPr lang="en-GB" noProof="0" dirty="0"/>
          </a:p>
        </p:txBody>
      </p:sp>
      <p:sp>
        <p:nvSpPr>
          <p:cNvPr id="14" name="Footer Placeholder 4">
            <a:extLst>
              <a:ext uri="{FF2B5EF4-FFF2-40B4-BE49-F238E27FC236}">
                <a16:creationId xmlns:a16="http://schemas.microsoft.com/office/drawing/2014/main" id="{25C2C506-111A-E9DA-14AA-DC23A76DE1BB}"/>
              </a:ext>
            </a:extLst>
          </p:cNvPr>
          <p:cNvSpPr>
            <a:spLocks noGrp="1"/>
          </p:cNvSpPr>
          <p:nvPr>
            <p:ph type="ftr" sz="quarter" idx="3"/>
          </p:nvPr>
        </p:nvSpPr>
        <p:spPr>
          <a:xfrm>
            <a:off x="7932737" y="6706800"/>
            <a:ext cx="3708401" cy="151200"/>
          </a:xfrm>
          <a:prstGeom prst="rect">
            <a:avLst/>
          </a:prstGeom>
        </p:spPr>
        <p:txBody>
          <a:bodyPr wrap="none" lIns="0" tIns="0" rIns="0" bIns="0" anchor="t" anchorCtr="0">
            <a:noAutofit/>
          </a:bodyPr>
          <a:lstStyle>
            <a:lvl1pPr algn="r">
              <a:defRPr lang="en-GB" sz="800">
                <a:latin typeface="+mn-lt"/>
              </a:defRPr>
            </a:lvl1pPr>
          </a:lstStyle>
          <a:p>
            <a:endParaRPr lang="en-GB" noProof="0" dirty="0"/>
          </a:p>
        </p:txBody>
      </p:sp>
      <p:sp>
        <p:nvSpPr>
          <p:cNvPr id="15" name="Title 14">
            <a:extLst>
              <a:ext uri="{FF2B5EF4-FFF2-40B4-BE49-F238E27FC236}">
                <a16:creationId xmlns:a16="http://schemas.microsoft.com/office/drawing/2014/main" id="{A123B17D-B49E-A72E-EA28-9893A873634F}"/>
              </a:ext>
            </a:extLst>
          </p:cNvPr>
          <p:cNvSpPr>
            <a:spLocks noGrp="1"/>
          </p:cNvSpPr>
          <p:nvPr>
            <p:ph type="title"/>
          </p:nvPr>
        </p:nvSpPr>
        <p:spPr>
          <a:xfrm>
            <a:off x="550864" y="540000"/>
            <a:ext cx="3708397" cy="774000"/>
          </a:xfrm>
        </p:spPr>
        <p:txBody>
          <a:bodyPr/>
          <a:lstStyle/>
          <a:p>
            <a:r>
              <a:rPr lang="en-US" noProof="0"/>
              <a:t>Click to edit Master title style</a:t>
            </a:r>
            <a:endParaRPr lang="en-GB" noProof="0"/>
          </a:p>
        </p:txBody>
      </p:sp>
      <p:sp>
        <p:nvSpPr>
          <p:cNvPr id="4" name="Text Placeholder 3">
            <a:extLst>
              <a:ext uri="{FF2B5EF4-FFF2-40B4-BE49-F238E27FC236}">
                <a16:creationId xmlns:a16="http://schemas.microsoft.com/office/drawing/2014/main" id="{DA619ED1-F65E-3A02-E955-DC51AA1514BA}"/>
              </a:ext>
            </a:extLst>
          </p:cNvPr>
          <p:cNvSpPr>
            <a:spLocks noGrp="1"/>
          </p:cNvSpPr>
          <p:nvPr>
            <p:ph type="body" sz="quarter" idx="16"/>
          </p:nvPr>
        </p:nvSpPr>
        <p:spPr>
          <a:xfrm>
            <a:off x="550863" y="1700213"/>
            <a:ext cx="3708399" cy="4617787"/>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3" name="Picture Placeholder 3">
            <a:extLst>
              <a:ext uri="{FF2B5EF4-FFF2-40B4-BE49-F238E27FC236}">
                <a16:creationId xmlns:a16="http://schemas.microsoft.com/office/drawing/2014/main" id="{5FB1D81F-CE7A-4521-4366-21B20BAB7242}"/>
              </a:ext>
            </a:extLst>
          </p:cNvPr>
          <p:cNvSpPr>
            <a:spLocks noGrp="1"/>
          </p:cNvSpPr>
          <p:nvPr>
            <p:ph type="pic" sz="quarter" idx="14" hasCustomPrompt="1"/>
          </p:nvPr>
        </p:nvSpPr>
        <p:spPr>
          <a:xfrm>
            <a:off x="11248800" y="0"/>
            <a:ext cx="943200" cy="543600"/>
          </a:xfrm>
          <a:blipFill dpi="0" rotWithShape="1">
            <a:blip r:embed="rId2">
              <a:extLst>
                <a:ext uri="{96DAC541-7B7A-43D3-8B79-37D633B846F1}">
                  <asvg:svgBlip xmlns:asvg="http://schemas.microsoft.com/office/drawing/2016/SVG/main" r:embed="rId3"/>
                </a:ext>
              </a:extLst>
            </a:blip>
            <a:srcRect/>
            <a:stretch>
              <a:fillRect/>
            </a:stretch>
          </a:blipFill>
        </p:spPr>
        <p:txBody>
          <a:bodyPr/>
          <a:lstStyle>
            <a:lvl1pPr>
              <a:defRPr sz="800"/>
            </a:lvl1pPr>
          </a:lstStyle>
          <a:p>
            <a:pPr marL="0" marR="0" lvl="0" indent="0" algn="l" defTabSz="914423" rtl="0" eaLnBrk="1" fontAlgn="auto" latinLnBrk="0" hangingPunct="1">
              <a:lnSpc>
                <a:spcPct val="95000"/>
              </a:lnSpc>
              <a:spcBef>
                <a:spcPts val="1800"/>
              </a:spcBef>
              <a:spcAft>
                <a:spcPts val="0"/>
              </a:spcAft>
              <a:buClrTx/>
              <a:buSzTx/>
              <a:buFont typeface="Arial" panose="020B0604020202020204" pitchFamily="34" charset="0"/>
              <a:buNone/>
              <a:tabLst/>
              <a:defRPr/>
            </a:pPr>
            <a:r>
              <a:rPr lang="en-GB" dirty="0"/>
              <a:t> </a:t>
            </a:r>
          </a:p>
        </p:txBody>
      </p:sp>
    </p:spTree>
    <p:extLst>
      <p:ext uri="{BB962C8B-B14F-4D97-AF65-F5344CB8AC3E}">
        <p14:creationId xmlns:p14="http://schemas.microsoft.com/office/powerpoint/2010/main" val="965310152"/>
      </p:ext>
    </p:extLst>
  </p:cSld>
  <p:clrMapOvr>
    <a:masterClrMapping/>
  </p:clrMapOvr>
  <p:transition spd="med">
    <p:fade/>
  </p:transition>
  <p:extLst>
    <p:ext uri="{DCECCB84-F9BA-43D5-87BE-67443E8EF086}">
      <p15:sldGuideLst xmlns:p15="http://schemas.microsoft.com/office/powerpoint/2012/main">
        <p15:guide id="1" orient="horz" pos="2148" userDrawn="1">
          <p15:clr>
            <a:srgbClr val="FBAE40"/>
          </p15:clr>
        </p15:guide>
        <p15:guide id="2" pos="2683" userDrawn="1">
          <p15:clr>
            <a:srgbClr val="FBAE40"/>
          </p15:clr>
        </p15:guide>
        <p15:guide id="3" pos="3046" userDrawn="1">
          <p15:clr>
            <a:srgbClr val="FBAE40"/>
          </p15:clr>
        </p15:guide>
        <p15:guide id="4" orient="horz" pos="21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A60F0F4E-3794-41C1-980B-E757B2EA76FB}"/>
              </a:ext>
            </a:extLst>
          </p:cNvPr>
          <p:cNvSpPr>
            <a:spLocks noGrp="1"/>
          </p:cNvSpPr>
          <p:nvPr>
            <p:ph type="pic" sz="quarter" idx="13" hasCustomPrompt="1"/>
          </p:nvPr>
        </p:nvSpPr>
        <p:spPr>
          <a:xfrm>
            <a:off x="7932738" y="0"/>
            <a:ext cx="4259260" cy="6858000"/>
          </a:xfrm>
          <a:prstGeom prst="rect">
            <a:avLst/>
          </a:prstGeom>
        </p:spPr>
        <p:txBody>
          <a:bodyPr anchor="ctr" anchorCtr="1">
            <a:noAutofit/>
          </a:bodyPr>
          <a:lstStyle>
            <a:lvl1pPr marL="0" marR="0" indent="0" algn="ctr" defTabSz="914423"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0" marR="0" lvl="0" indent="0" algn="l" defTabSz="914423"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noProof="0" dirty="0"/>
              <a:t>Click Icon to add picture then </a:t>
            </a:r>
            <a:br>
              <a:rPr lang="en-GB" noProof="0" dirty="0"/>
            </a:br>
            <a:r>
              <a:rPr lang="en-GB" noProof="0" dirty="0"/>
              <a:t>Send to Back</a:t>
            </a:r>
          </a:p>
        </p:txBody>
      </p:sp>
      <p:sp>
        <p:nvSpPr>
          <p:cNvPr id="17" name="Content Placeholder 16">
            <a:extLst>
              <a:ext uri="{FF2B5EF4-FFF2-40B4-BE49-F238E27FC236}">
                <a16:creationId xmlns:a16="http://schemas.microsoft.com/office/drawing/2014/main" id="{CB895E27-98BB-D971-BA83-D7CFDF77065C}"/>
              </a:ext>
            </a:extLst>
          </p:cNvPr>
          <p:cNvSpPr>
            <a:spLocks noGrp="1"/>
          </p:cNvSpPr>
          <p:nvPr>
            <p:ph sz="quarter" idx="14"/>
          </p:nvPr>
        </p:nvSpPr>
        <p:spPr>
          <a:xfrm>
            <a:off x="557999" y="1700213"/>
            <a:ext cx="6798475" cy="46177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3F4DE1DB-8EC2-E393-288D-94F43DE529C9}"/>
              </a:ext>
            </a:extLst>
          </p:cNvPr>
          <p:cNvSpPr>
            <a:spLocks noGrp="1"/>
          </p:cNvSpPr>
          <p:nvPr>
            <p:ph type="dt" sz="half" idx="2"/>
          </p:nvPr>
        </p:nvSpPr>
        <p:spPr>
          <a:xfrm>
            <a:off x="860671" y="6706800"/>
            <a:ext cx="842839" cy="151200"/>
          </a:xfrm>
          <a:prstGeom prst="rect">
            <a:avLst/>
          </a:prstGeom>
        </p:spPr>
        <p:txBody>
          <a:bodyPr vert="horz" wrap="none" lIns="0" tIns="0" rIns="0" bIns="0" rtlCol="0" anchor="t" anchorCtr="0"/>
          <a:lstStyle>
            <a:lvl1pPr algn="l">
              <a:defRPr sz="800">
                <a:solidFill>
                  <a:srgbClr val="000000"/>
                </a:solidFill>
                <a:latin typeface="+mn-lt"/>
              </a:defRPr>
            </a:lvl1pPr>
          </a:lstStyle>
          <a:p>
            <a:fld id="{12E35268-461F-4321-BAF2-CA97896A0FF1}" type="datetime4">
              <a:rPr lang="en-GB" smtClean="0"/>
              <a:t>23 October 2025</a:t>
            </a:fld>
            <a:endParaRPr lang="en-GB" dirty="0"/>
          </a:p>
        </p:txBody>
      </p:sp>
      <p:sp>
        <p:nvSpPr>
          <p:cNvPr id="11" name="Slide Number Placeholder 5">
            <a:extLst>
              <a:ext uri="{FF2B5EF4-FFF2-40B4-BE49-F238E27FC236}">
                <a16:creationId xmlns:a16="http://schemas.microsoft.com/office/drawing/2014/main" id="{1D9114E8-3D6B-D284-D2C3-986E7DD6E006}"/>
              </a:ext>
            </a:extLst>
          </p:cNvPr>
          <p:cNvSpPr>
            <a:spLocks noGrp="1"/>
          </p:cNvSpPr>
          <p:nvPr>
            <p:ph type="sldNum" sz="quarter" idx="4"/>
          </p:nvPr>
        </p:nvSpPr>
        <p:spPr>
          <a:xfrm>
            <a:off x="140671" y="6706800"/>
            <a:ext cx="505703" cy="151200"/>
          </a:xfrm>
          <a:prstGeom prst="rect">
            <a:avLst/>
          </a:prstGeom>
        </p:spPr>
        <p:txBody>
          <a:bodyPr vert="horz" wrap="none" lIns="0" tIns="0" rIns="0" bIns="0" rtlCol="0" anchor="t" anchorCtr="0"/>
          <a:lstStyle>
            <a:lvl1pPr algn="l">
              <a:defRPr sz="800">
                <a:solidFill>
                  <a:srgbClr val="000000"/>
                </a:solidFill>
                <a:latin typeface="+mn-lt"/>
              </a:defRPr>
            </a:lvl1pPr>
          </a:lstStyle>
          <a:p>
            <a:r>
              <a:rPr lang="en-GB" dirty="0"/>
              <a:t>Slide </a:t>
            </a:r>
            <a:fld id="{76334558-CCCF-4D1D-AE70-66F3BBA51340}" type="slidenum">
              <a:rPr lang="en-GB" smtClean="0"/>
              <a:pPr/>
              <a:t>‹#›</a:t>
            </a:fld>
            <a:endParaRPr lang="en-GB" dirty="0"/>
          </a:p>
        </p:txBody>
      </p:sp>
      <p:sp>
        <p:nvSpPr>
          <p:cNvPr id="14" name="Footer Placeholder 4">
            <a:extLst>
              <a:ext uri="{FF2B5EF4-FFF2-40B4-BE49-F238E27FC236}">
                <a16:creationId xmlns:a16="http://schemas.microsoft.com/office/drawing/2014/main" id="{25C2C506-111A-E9DA-14AA-DC23A76DE1BB}"/>
              </a:ext>
            </a:extLst>
          </p:cNvPr>
          <p:cNvSpPr>
            <a:spLocks noGrp="1"/>
          </p:cNvSpPr>
          <p:nvPr>
            <p:ph type="ftr" sz="quarter" idx="3"/>
          </p:nvPr>
        </p:nvSpPr>
        <p:spPr>
          <a:xfrm>
            <a:off x="7932737" y="6706800"/>
            <a:ext cx="3708401" cy="151200"/>
          </a:xfrm>
          <a:prstGeom prst="rect">
            <a:avLst/>
          </a:prstGeom>
        </p:spPr>
        <p:txBody>
          <a:bodyPr wrap="none" lIns="0" tIns="0" rIns="0" bIns="0" anchor="t" anchorCtr="0">
            <a:noAutofit/>
          </a:bodyPr>
          <a:lstStyle>
            <a:lvl1pPr algn="r">
              <a:defRPr lang="en-GB" sz="800">
                <a:latin typeface="+mn-lt"/>
              </a:defRPr>
            </a:lvl1pPr>
          </a:lstStyle>
          <a:p>
            <a:endParaRPr lang="en-US" dirty="0"/>
          </a:p>
        </p:txBody>
      </p:sp>
      <p:sp>
        <p:nvSpPr>
          <p:cNvPr id="15" name="Title 14">
            <a:extLst>
              <a:ext uri="{FF2B5EF4-FFF2-40B4-BE49-F238E27FC236}">
                <a16:creationId xmlns:a16="http://schemas.microsoft.com/office/drawing/2014/main" id="{A123B17D-B49E-A72E-EA28-9893A873634F}"/>
              </a:ext>
            </a:extLst>
          </p:cNvPr>
          <p:cNvSpPr>
            <a:spLocks noGrp="1"/>
          </p:cNvSpPr>
          <p:nvPr>
            <p:ph type="title"/>
          </p:nvPr>
        </p:nvSpPr>
        <p:spPr>
          <a:xfrm>
            <a:off x="550863" y="540000"/>
            <a:ext cx="6805611" cy="774000"/>
          </a:xfrm>
        </p:spPr>
        <p:txBody>
          <a:bodyPr/>
          <a:lstStyle/>
          <a:p>
            <a:r>
              <a:rPr lang="en-US"/>
              <a:t>Click to edit Master title style</a:t>
            </a:r>
            <a:endParaRPr lang="en-US" dirty="0"/>
          </a:p>
        </p:txBody>
      </p:sp>
      <p:sp>
        <p:nvSpPr>
          <p:cNvPr id="2" name="Picture Placeholder 3">
            <a:extLst>
              <a:ext uri="{FF2B5EF4-FFF2-40B4-BE49-F238E27FC236}">
                <a16:creationId xmlns:a16="http://schemas.microsoft.com/office/drawing/2014/main" id="{FF6287A9-B316-0014-511D-8CFABC42EAFA}"/>
              </a:ext>
            </a:extLst>
          </p:cNvPr>
          <p:cNvSpPr>
            <a:spLocks noGrp="1"/>
          </p:cNvSpPr>
          <p:nvPr>
            <p:ph type="pic" sz="quarter" idx="15" hasCustomPrompt="1"/>
          </p:nvPr>
        </p:nvSpPr>
        <p:spPr>
          <a:xfrm>
            <a:off x="11248800" y="0"/>
            <a:ext cx="943200" cy="543600"/>
          </a:xfrm>
          <a:blipFill dpi="0" rotWithShape="1">
            <a:blip r:embed="rId2">
              <a:extLst>
                <a:ext uri="{96DAC541-7B7A-43D3-8B79-37D633B846F1}">
                  <asvg:svgBlip xmlns:asvg="http://schemas.microsoft.com/office/drawing/2016/SVG/main" r:embed="rId3"/>
                </a:ext>
              </a:extLst>
            </a:blip>
            <a:srcRect/>
            <a:stretch>
              <a:fillRect/>
            </a:stretch>
          </a:blipFill>
        </p:spPr>
        <p:txBody>
          <a:bodyPr/>
          <a:lstStyle>
            <a:lvl1pPr>
              <a:defRPr sz="800"/>
            </a:lvl1pPr>
          </a:lstStyle>
          <a:p>
            <a:pPr marL="0" marR="0" lvl="0" indent="0" algn="l" defTabSz="914423" rtl="0" eaLnBrk="1" fontAlgn="auto" latinLnBrk="0" hangingPunct="1">
              <a:lnSpc>
                <a:spcPct val="95000"/>
              </a:lnSpc>
              <a:spcBef>
                <a:spcPts val="1800"/>
              </a:spcBef>
              <a:spcAft>
                <a:spcPts val="0"/>
              </a:spcAft>
              <a:buClrTx/>
              <a:buSzTx/>
              <a:buFont typeface="Arial" panose="020B0604020202020204" pitchFamily="34" charset="0"/>
              <a:buNone/>
              <a:tabLst/>
              <a:defRPr/>
            </a:pPr>
            <a:r>
              <a:rPr lang="en-GB" dirty="0"/>
              <a:t>  </a:t>
            </a:r>
          </a:p>
        </p:txBody>
      </p:sp>
    </p:spTree>
    <p:extLst>
      <p:ext uri="{BB962C8B-B14F-4D97-AF65-F5344CB8AC3E}">
        <p14:creationId xmlns:p14="http://schemas.microsoft.com/office/powerpoint/2010/main" val="1886632590"/>
      </p:ext>
    </p:extLst>
  </p:cSld>
  <p:clrMapOvr>
    <a:masterClrMapping/>
  </p:clrMapOvr>
  <p:transition spd="med">
    <p:fade/>
  </p:transition>
  <p:extLst>
    <p:ext uri="{DCECCB84-F9BA-43D5-87BE-67443E8EF086}">
      <p15:sldGuideLst xmlns:p15="http://schemas.microsoft.com/office/powerpoint/2012/main">
        <p15:guide id="1" pos="4636" userDrawn="1">
          <p15:clr>
            <a:srgbClr val="FBAE40"/>
          </p15:clr>
        </p15:guide>
        <p15:guide id="2" pos="4997"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ox grid">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60591D17-8A45-3BC3-68B5-8BD52130A4E6}"/>
              </a:ext>
            </a:extLst>
          </p:cNvPr>
          <p:cNvSpPr>
            <a:spLocks noGrp="1"/>
          </p:cNvSpPr>
          <p:nvPr>
            <p:ph type="pic" sz="quarter" idx="10" hasCustomPrompt="1"/>
          </p:nvPr>
        </p:nvSpPr>
        <p:spPr>
          <a:xfrm>
            <a:off x="550863" y="542925"/>
            <a:ext cx="3679200" cy="2869200"/>
          </a:xfrm>
        </p:spPr>
        <p:txBody>
          <a:bodyPr anchor="ctr" anchorCtr="1"/>
          <a:lstStyle>
            <a:lvl1pPr>
              <a:defRPr sz="1600"/>
            </a:lvl1pPr>
          </a:lstStyle>
          <a:p>
            <a:r>
              <a:rPr lang="en-GB" dirty="0"/>
              <a:t>Click to add picture</a:t>
            </a:r>
          </a:p>
          <a:p>
            <a:endParaRPr lang="en-GB" dirty="0"/>
          </a:p>
          <a:p>
            <a:endParaRPr lang="en-US" dirty="0"/>
          </a:p>
        </p:txBody>
      </p:sp>
      <p:sp>
        <p:nvSpPr>
          <p:cNvPr id="21" name="Picture Placeholder 19">
            <a:extLst>
              <a:ext uri="{FF2B5EF4-FFF2-40B4-BE49-F238E27FC236}">
                <a16:creationId xmlns:a16="http://schemas.microsoft.com/office/drawing/2014/main" id="{F7250C08-E90D-EA23-1348-AC3E14A8A1FF}"/>
              </a:ext>
            </a:extLst>
          </p:cNvPr>
          <p:cNvSpPr>
            <a:spLocks noGrp="1"/>
          </p:cNvSpPr>
          <p:nvPr>
            <p:ph type="pic" sz="quarter" idx="11" hasCustomPrompt="1"/>
          </p:nvPr>
        </p:nvSpPr>
        <p:spPr>
          <a:xfrm>
            <a:off x="550863" y="3446542"/>
            <a:ext cx="3679200" cy="2869200"/>
          </a:xfrm>
        </p:spPr>
        <p:txBody>
          <a:bodyPr anchor="ctr" anchorCtr="1"/>
          <a:lstStyle>
            <a:lvl1pPr>
              <a:defRPr sz="1600"/>
            </a:lvl1pPr>
          </a:lstStyle>
          <a:p>
            <a:r>
              <a:rPr lang="en-GB" dirty="0"/>
              <a:t>Click to add picture</a:t>
            </a:r>
          </a:p>
          <a:p>
            <a:endParaRPr lang="en-GB" dirty="0"/>
          </a:p>
          <a:p>
            <a:endParaRPr lang="en-US" dirty="0"/>
          </a:p>
        </p:txBody>
      </p:sp>
      <p:sp>
        <p:nvSpPr>
          <p:cNvPr id="22" name="Picture Placeholder 19">
            <a:extLst>
              <a:ext uri="{FF2B5EF4-FFF2-40B4-BE49-F238E27FC236}">
                <a16:creationId xmlns:a16="http://schemas.microsoft.com/office/drawing/2014/main" id="{5871DB80-E5E4-9576-AE7C-3B4E50480341}"/>
              </a:ext>
            </a:extLst>
          </p:cNvPr>
          <p:cNvSpPr>
            <a:spLocks noGrp="1"/>
          </p:cNvSpPr>
          <p:nvPr>
            <p:ph type="pic" sz="quarter" idx="12" hasCustomPrompt="1"/>
          </p:nvPr>
        </p:nvSpPr>
        <p:spPr>
          <a:xfrm>
            <a:off x="4256401" y="542925"/>
            <a:ext cx="3679200" cy="2869200"/>
          </a:xfrm>
        </p:spPr>
        <p:txBody>
          <a:bodyPr anchor="ctr" anchorCtr="1"/>
          <a:lstStyle>
            <a:lvl1pPr>
              <a:defRPr sz="1600"/>
            </a:lvl1pPr>
          </a:lstStyle>
          <a:p>
            <a:r>
              <a:rPr lang="en-GB" dirty="0"/>
              <a:t>Click to add picture</a:t>
            </a:r>
          </a:p>
          <a:p>
            <a:endParaRPr lang="en-GB" dirty="0"/>
          </a:p>
          <a:p>
            <a:endParaRPr lang="en-US" dirty="0"/>
          </a:p>
        </p:txBody>
      </p:sp>
      <p:sp>
        <p:nvSpPr>
          <p:cNvPr id="23" name="Picture Placeholder 19">
            <a:extLst>
              <a:ext uri="{FF2B5EF4-FFF2-40B4-BE49-F238E27FC236}">
                <a16:creationId xmlns:a16="http://schemas.microsoft.com/office/drawing/2014/main" id="{336156F2-55C7-FDE8-F1FD-503442148002}"/>
              </a:ext>
            </a:extLst>
          </p:cNvPr>
          <p:cNvSpPr>
            <a:spLocks noGrp="1"/>
          </p:cNvSpPr>
          <p:nvPr>
            <p:ph type="pic" sz="quarter" idx="13" hasCustomPrompt="1"/>
          </p:nvPr>
        </p:nvSpPr>
        <p:spPr>
          <a:xfrm>
            <a:off x="4256401" y="3446542"/>
            <a:ext cx="3679200" cy="2869200"/>
          </a:xfrm>
        </p:spPr>
        <p:txBody>
          <a:bodyPr anchor="ctr" anchorCtr="1"/>
          <a:lstStyle>
            <a:lvl1pPr>
              <a:defRPr sz="1600"/>
            </a:lvl1pPr>
          </a:lstStyle>
          <a:p>
            <a:r>
              <a:rPr lang="en-GB" dirty="0"/>
              <a:t>Click to add picture</a:t>
            </a:r>
          </a:p>
          <a:p>
            <a:endParaRPr lang="en-GB" dirty="0"/>
          </a:p>
          <a:p>
            <a:endParaRPr lang="en-US" dirty="0"/>
          </a:p>
        </p:txBody>
      </p:sp>
      <p:sp>
        <p:nvSpPr>
          <p:cNvPr id="24" name="Picture Placeholder 19">
            <a:extLst>
              <a:ext uri="{FF2B5EF4-FFF2-40B4-BE49-F238E27FC236}">
                <a16:creationId xmlns:a16="http://schemas.microsoft.com/office/drawing/2014/main" id="{D665B319-141E-1737-1124-485001B344D8}"/>
              </a:ext>
            </a:extLst>
          </p:cNvPr>
          <p:cNvSpPr>
            <a:spLocks noGrp="1"/>
          </p:cNvSpPr>
          <p:nvPr>
            <p:ph type="pic" sz="quarter" idx="14" hasCustomPrompt="1"/>
          </p:nvPr>
        </p:nvSpPr>
        <p:spPr>
          <a:xfrm>
            <a:off x="7961938" y="542925"/>
            <a:ext cx="3679200" cy="2869200"/>
          </a:xfrm>
        </p:spPr>
        <p:txBody>
          <a:bodyPr anchor="ctr" anchorCtr="1"/>
          <a:lstStyle>
            <a:lvl1pPr>
              <a:defRPr sz="1600"/>
            </a:lvl1pPr>
          </a:lstStyle>
          <a:p>
            <a:r>
              <a:rPr lang="en-GB" dirty="0"/>
              <a:t>Click to add picture</a:t>
            </a:r>
          </a:p>
          <a:p>
            <a:endParaRPr lang="en-GB" dirty="0"/>
          </a:p>
          <a:p>
            <a:endParaRPr lang="en-US" dirty="0"/>
          </a:p>
        </p:txBody>
      </p:sp>
      <p:sp>
        <p:nvSpPr>
          <p:cNvPr id="25" name="Picture Placeholder 19">
            <a:extLst>
              <a:ext uri="{FF2B5EF4-FFF2-40B4-BE49-F238E27FC236}">
                <a16:creationId xmlns:a16="http://schemas.microsoft.com/office/drawing/2014/main" id="{EB97E507-A802-EB7D-C7C9-0C9A0884ED4D}"/>
              </a:ext>
            </a:extLst>
          </p:cNvPr>
          <p:cNvSpPr>
            <a:spLocks noGrp="1"/>
          </p:cNvSpPr>
          <p:nvPr>
            <p:ph type="pic" sz="quarter" idx="15" hasCustomPrompt="1"/>
          </p:nvPr>
        </p:nvSpPr>
        <p:spPr>
          <a:xfrm>
            <a:off x="7961938" y="3446542"/>
            <a:ext cx="3679200" cy="2869200"/>
          </a:xfrm>
        </p:spPr>
        <p:txBody>
          <a:bodyPr anchor="ctr" anchorCtr="1"/>
          <a:lstStyle>
            <a:lvl1pPr>
              <a:defRPr sz="1600"/>
            </a:lvl1pPr>
          </a:lstStyle>
          <a:p>
            <a:r>
              <a:rPr lang="en-GB" dirty="0"/>
              <a:t>Click to add picture</a:t>
            </a:r>
          </a:p>
          <a:p>
            <a:endParaRPr lang="en-GB" dirty="0"/>
          </a:p>
          <a:p>
            <a:endParaRPr lang="en-US" dirty="0"/>
          </a:p>
        </p:txBody>
      </p:sp>
      <p:sp>
        <p:nvSpPr>
          <p:cNvPr id="7" name="Date Placeholder 3">
            <a:extLst>
              <a:ext uri="{FF2B5EF4-FFF2-40B4-BE49-F238E27FC236}">
                <a16:creationId xmlns:a16="http://schemas.microsoft.com/office/drawing/2014/main" id="{3F4DE1DB-8EC2-E393-288D-94F43DE529C9}"/>
              </a:ext>
            </a:extLst>
          </p:cNvPr>
          <p:cNvSpPr>
            <a:spLocks noGrp="1"/>
          </p:cNvSpPr>
          <p:nvPr>
            <p:ph type="dt" sz="half" idx="2"/>
          </p:nvPr>
        </p:nvSpPr>
        <p:spPr>
          <a:xfrm>
            <a:off x="860671" y="6706800"/>
            <a:ext cx="842839" cy="151200"/>
          </a:xfrm>
          <a:prstGeom prst="rect">
            <a:avLst/>
          </a:prstGeom>
        </p:spPr>
        <p:txBody>
          <a:bodyPr vert="horz" wrap="none" lIns="0" tIns="0" rIns="0" bIns="0" rtlCol="0" anchor="t" anchorCtr="0"/>
          <a:lstStyle>
            <a:lvl1pPr algn="l">
              <a:defRPr sz="800">
                <a:solidFill>
                  <a:srgbClr val="000000"/>
                </a:solidFill>
                <a:latin typeface="+mn-lt"/>
              </a:defRPr>
            </a:lvl1pPr>
          </a:lstStyle>
          <a:p>
            <a:fld id="{83F87D73-0D2F-4143-87B2-8C559F5A80E3}" type="datetime4">
              <a:rPr lang="en-GB" smtClean="0"/>
              <a:t>23 October 2025</a:t>
            </a:fld>
            <a:endParaRPr lang="en-GB" dirty="0"/>
          </a:p>
        </p:txBody>
      </p:sp>
      <p:sp>
        <p:nvSpPr>
          <p:cNvPr id="11" name="Slide Number Placeholder 5">
            <a:extLst>
              <a:ext uri="{FF2B5EF4-FFF2-40B4-BE49-F238E27FC236}">
                <a16:creationId xmlns:a16="http://schemas.microsoft.com/office/drawing/2014/main" id="{1D9114E8-3D6B-D284-D2C3-986E7DD6E006}"/>
              </a:ext>
            </a:extLst>
          </p:cNvPr>
          <p:cNvSpPr>
            <a:spLocks noGrp="1"/>
          </p:cNvSpPr>
          <p:nvPr>
            <p:ph type="sldNum" sz="quarter" idx="4"/>
          </p:nvPr>
        </p:nvSpPr>
        <p:spPr>
          <a:xfrm>
            <a:off x="140671" y="6706800"/>
            <a:ext cx="505703" cy="151200"/>
          </a:xfrm>
          <a:prstGeom prst="rect">
            <a:avLst/>
          </a:prstGeom>
        </p:spPr>
        <p:txBody>
          <a:bodyPr vert="horz" wrap="none" lIns="0" tIns="0" rIns="0" bIns="0" rtlCol="0" anchor="t" anchorCtr="0"/>
          <a:lstStyle>
            <a:lvl1pPr algn="l">
              <a:defRPr sz="800">
                <a:solidFill>
                  <a:srgbClr val="000000"/>
                </a:solidFill>
                <a:latin typeface="+mn-lt"/>
              </a:defRPr>
            </a:lvl1pPr>
          </a:lstStyle>
          <a:p>
            <a:r>
              <a:rPr lang="en-GB" dirty="0"/>
              <a:t>Slide </a:t>
            </a:r>
            <a:fld id="{76334558-CCCF-4D1D-AE70-66F3BBA51340}" type="slidenum">
              <a:rPr lang="en-GB" smtClean="0"/>
              <a:pPr/>
              <a:t>‹#›</a:t>
            </a:fld>
            <a:endParaRPr lang="en-GB" dirty="0"/>
          </a:p>
        </p:txBody>
      </p:sp>
      <p:pic>
        <p:nvPicPr>
          <p:cNvPr id="13" name="Bild 4">
            <a:extLst>
              <a:ext uri="{FF2B5EF4-FFF2-40B4-BE49-F238E27FC236}">
                <a16:creationId xmlns:a16="http://schemas.microsoft.com/office/drawing/2014/main" id="{3288B2EC-D0D2-BF53-D15C-D153C792889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49025" y="0"/>
            <a:ext cx="942975" cy="542925"/>
          </a:xfrm>
          <a:prstGeom prst="rect">
            <a:avLst/>
          </a:prstGeom>
        </p:spPr>
      </p:pic>
      <p:sp>
        <p:nvSpPr>
          <p:cNvPr id="14" name="Footer Placeholder 4">
            <a:extLst>
              <a:ext uri="{FF2B5EF4-FFF2-40B4-BE49-F238E27FC236}">
                <a16:creationId xmlns:a16="http://schemas.microsoft.com/office/drawing/2014/main" id="{25C2C506-111A-E9DA-14AA-DC23A76DE1BB}"/>
              </a:ext>
            </a:extLst>
          </p:cNvPr>
          <p:cNvSpPr>
            <a:spLocks noGrp="1"/>
          </p:cNvSpPr>
          <p:nvPr>
            <p:ph type="ftr" sz="quarter" idx="3"/>
          </p:nvPr>
        </p:nvSpPr>
        <p:spPr>
          <a:xfrm>
            <a:off x="7932737" y="6706800"/>
            <a:ext cx="3708401" cy="151200"/>
          </a:xfrm>
          <a:prstGeom prst="rect">
            <a:avLst/>
          </a:prstGeom>
        </p:spPr>
        <p:txBody>
          <a:bodyPr wrap="none" lIns="0" tIns="0" rIns="0" bIns="0" anchor="t" anchorCtr="0">
            <a:noAutofit/>
          </a:bodyPr>
          <a:lstStyle>
            <a:lvl1pPr algn="r">
              <a:defRPr lang="en-GB" sz="800">
                <a:latin typeface="+mn-lt"/>
              </a:defRPr>
            </a:lvl1pPr>
          </a:lstStyle>
          <a:p>
            <a:endParaRPr lang="en-US" dirty="0"/>
          </a:p>
        </p:txBody>
      </p:sp>
    </p:spTree>
    <p:extLst>
      <p:ext uri="{BB962C8B-B14F-4D97-AF65-F5344CB8AC3E}">
        <p14:creationId xmlns:p14="http://schemas.microsoft.com/office/powerpoint/2010/main" val="866111473"/>
      </p:ext>
    </p:extLst>
  </p:cSld>
  <p:clrMapOvr>
    <a:masterClrMapping/>
  </p:clrMapOvr>
  <p:transition spd="med">
    <p:fade/>
  </p:transition>
  <p:extLst>
    <p:ext uri="{DCECCB84-F9BA-43D5-87BE-67443E8EF086}">
      <p15:sldGuideLst xmlns:p15="http://schemas.microsoft.com/office/powerpoint/2012/main">
        <p15:guide id="1" orient="horz" pos="2151" userDrawn="1">
          <p15:clr>
            <a:srgbClr val="FBAE40"/>
          </p15:clr>
        </p15:guide>
        <p15:guide id="2" pos="2667" userDrawn="1">
          <p15:clr>
            <a:srgbClr val="FBAE40"/>
          </p15:clr>
        </p15:guide>
        <p15:guide id="3" pos="2680" userDrawn="1">
          <p15:clr>
            <a:srgbClr val="FBAE40"/>
          </p15:clr>
        </p15:guide>
        <p15:guide id="4" pos="5001" userDrawn="1">
          <p15:clr>
            <a:srgbClr val="FBAE40"/>
          </p15:clr>
        </p15:guide>
        <p15:guide id="5" orient="horz" pos="2168" userDrawn="1">
          <p15:clr>
            <a:srgbClr val="FBAE40"/>
          </p15:clr>
        </p15:guide>
        <p15:guide id="6" pos="501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84FB65-B7C5-42A5-8C41-DD17DFE90912}"/>
              </a:ext>
            </a:extLst>
          </p:cNvPr>
          <p:cNvSpPr>
            <a:spLocks noGrp="1"/>
          </p:cNvSpPr>
          <p:nvPr>
            <p:ph sz="quarter" idx="10"/>
          </p:nvPr>
        </p:nvSpPr>
        <p:spPr>
          <a:xfrm>
            <a:off x="550863" y="1700213"/>
            <a:ext cx="11090275" cy="4617787"/>
          </a:xfrm>
        </p:spPr>
        <p:txBody>
          <a:bodyPr>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6" name="Date Placeholder 3">
            <a:extLst>
              <a:ext uri="{FF2B5EF4-FFF2-40B4-BE49-F238E27FC236}">
                <a16:creationId xmlns:a16="http://schemas.microsoft.com/office/drawing/2014/main" id="{B35D4E12-C427-3951-D131-8A7CA0FC8B68}"/>
              </a:ext>
            </a:extLst>
          </p:cNvPr>
          <p:cNvSpPr>
            <a:spLocks noGrp="1"/>
          </p:cNvSpPr>
          <p:nvPr>
            <p:ph type="dt" sz="half" idx="2"/>
          </p:nvPr>
        </p:nvSpPr>
        <p:spPr>
          <a:xfrm>
            <a:off x="860671" y="6706800"/>
            <a:ext cx="842839" cy="151200"/>
          </a:xfrm>
          <a:prstGeom prst="rect">
            <a:avLst/>
          </a:prstGeom>
        </p:spPr>
        <p:txBody>
          <a:bodyPr vert="horz" wrap="none" lIns="0" tIns="0" rIns="0" bIns="0" rtlCol="0" anchor="t" anchorCtr="0"/>
          <a:lstStyle>
            <a:lvl1pPr algn="l">
              <a:defRPr sz="800">
                <a:solidFill>
                  <a:srgbClr val="000000"/>
                </a:solidFill>
                <a:latin typeface="+mn-lt"/>
              </a:defRPr>
            </a:lvl1pPr>
          </a:lstStyle>
          <a:p>
            <a:fld id="{BAC50870-1A18-45C8-AC16-A54E53E9002B}" type="datetime4">
              <a:rPr lang="en-GB" smtClean="0"/>
              <a:t>23 October 2025</a:t>
            </a:fld>
            <a:endParaRPr lang="en-GB" dirty="0"/>
          </a:p>
        </p:txBody>
      </p:sp>
      <p:sp>
        <p:nvSpPr>
          <p:cNvPr id="8" name="Slide Number Placeholder 5">
            <a:extLst>
              <a:ext uri="{FF2B5EF4-FFF2-40B4-BE49-F238E27FC236}">
                <a16:creationId xmlns:a16="http://schemas.microsoft.com/office/drawing/2014/main" id="{E60A409D-2695-7DBC-3CF5-9D9D3296DC71}"/>
              </a:ext>
            </a:extLst>
          </p:cNvPr>
          <p:cNvSpPr>
            <a:spLocks noGrp="1"/>
          </p:cNvSpPr>
          <p:nvPr>
            <p:ph type="sldNum" sz="quarter" idx="4"/>
          </p:nvPr>
        </p:nvSpPr>
        <p:spPr>
          <a:xfrm>
            <a:off x="140671" y="6706800"/>
            <a:ext cx="505703" cy="151200"/>
          </a:xfrm>
          <a:prstGeom prst="rect">
            <a:avLst/>
          </a:prstGeom>
        </p:spPr>
        <p:txBody>
          <a:bodyPr vert="horz" wrap="none" lIns="0" tIns="0" rIns="0" bIns="0" rtlCol="0" anchor="t" anchorCtr="0"/>
          <a:lstStyle>
            <a:lvl1pPr algn="l">
              <a:defRPr sz="800">
                <a:solidFill>
                  <a:srgbClr val="000000"/>
                </a:solidFill>
                <a:latin typeface="+mn-lt"/>
              </a:defRPr>
            </a:lvl1pPr>
          </a:lstStyle>
          <a:p>
            <a:r>
              <a:rPr lang="en-GB" dirty="0"/>
              <a:t>Slide </a:t>
            </a:r>
            <a:fld id="{76334558-CCCF-4D1D-AE70-66F3BBA51340}" type="slidenum">
              <a:rPr lang="en-GB" smtClean="0"/>
              <a:pPr/>
              <a:t>‹#›</a:t>
            </a:fld>
            <a:endParaRPr lang="en-GB" dirty="0"/>
          </a:p>
        </p:txBody>
      </p:sp>
      <p:pic>
        <p:nvPicPr>
          <p:cNvPr id="12" name="Bild 4">
            <a:extLst>
              <a:ext uri="{FF2B5EF4-FFF2-40B4-BE49-F238E27FC236}">
                <a16:creationId xmlns:a16="http://schemas.microsoft.com/office/drawing/2014/main" id="{6E405B33-4D84-95CD-73E5-13A7D33654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49025" y="0"/>
            <a:ext cx="942975" cy="542925"/>
          </a:xfrm>
          <a:prstGeom prst="rect">
            <a:avLst/>
          </a:prstGeom>
        </p:spPr>
      </p:pic>
      <p:sp>
        <p:nvSpPr>
          <p:cNvPr id="14" name="Title 13">
            <a:extLst>
              <a:ext uri="{FF2B5EF4-FFF2-40B4-BE49-F238E27FC236}">
                <a16:creationId xmlns:a16="http://schemas.microsoft.com/office/drawing/2014/main" id="{A79B8EC4-5B34-DB21-19CF-5FEDD9D60322}"/>
              </a:ext>
            </a:extLst>
          </p:cNvPr>
          <p:cNvSpPr>
            <a:spLocks noGrp="1"/>
          </p:cNvSpPr>
          <p:nvPr>
            <p:ph type="title"/>
          </p:nvPr>
        </p:nvSpPr>
        <p:spPr/>
        <p:txBody>
          <a:bodyPr/>
          <a:lstStyle/>
          <a:p>
            <a:r>
              <a:rPr lang="en-US"/>
              <a:t>Click to edit Master title style</a:t>
            </a:r>
          </a:p>
        </p:txBody>
      </p:sp>
      <p:sp>
        <p:nvSpPr>
          <p:cNvPr id="15" name="Footer Placeholder 4">
            <a:extLst>
              <a:ext uri="{FF2B5EF4-FFF2-40B4-BE49-F238E27FC236}">
                <a16:creationId xmlns:a16="http://schemas.microsoft.com/office/drawing/2014/main" id="{363EB8A4-7FB3-CD9A-1E4F-99227D766ED0}"/>
              </a:ext>
            </a:extLst>
          </p:cNvPr>
          <p:cNvSpPr>
            <a:spLocks noGrp="1"/>
          </p:cNvSpPr>
          <p:nvPr>
            <p:ph type="ftr" sz="quarter" idx="3"/>
          </p:nvPr>
        </p:nvSpPr>
        <p:spPr>
          <a:xfrm>
            <a:off x="7932737" y="6706800"/>
            <a:ext cx="3708401" cy="151200"/>
          </a:xfrm>
          <a:prstGeom prst="rect">
            <a:avLst/>
          </a:prstGeom>
        </p:spPr>
        <p:txBody>
          <a:bodyPr wrap="none" lIns="0" tIns="0" rIns="0" bIns="0" anchor="t" anchorCtr="0">
            <a:noAutofit/>
          </a:bodyPr>
          <a:lstStyle>
            <a:lvl1pPr algn="r">
              <a:defRPr lang="en-GB" sz="800">
                <a:latin typeface="+mn-lt"/>
              </a:defRPr>
            </a:lvl1pPr>
          </a:lstStyle>
          <a:p>
            <a:endParaRPr lang="en-US" dirty="0"/>
          </a:p>
        </p:txBody>
      </p:sp>
    </p:spTree>
    <p:extLst>
      <p:ext uri="{BB962C8B-B14F-4D97-AF65-F5344CB8AC3E}">
        <p14:creationId xmlns:p14="http://schemas.microsoft.com/office/powerpoint/2010/main" val="1577951861"/>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84FB65-B7C5-42A5-8C41-DD17DFE90912}"/>
              </a:ext>
            </a:extLst>
          </p:cNvPr>
          <p:cNvSpPr>
            <a:spLocks noGrp="1"/>
          </p:cNvSpPr>
          <p:nvPr>
            <p:ph sz="quarter" idx="10"/>
          </p:nvPr>
        </p:nvSpPr>
        <p:spPr>
          <a:xfrm>
            <a:off x="550863" y="1700213"/>
            <a:ext cx="5256000" cy="4617787"/>
          </a:xfrm>
        </p:spPr>
        <p:txBody>
          <a:bodyPr>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6" name="Date Placeholder 3">
            <a:extLst>
              <a:ext uri="{FF2B5EF4-FFF2-40B4-BE49-F238E27FC236}">
                <a16:creationId xmlns:a16="http://schemas.microsoft.com/office/drawing/2014/main" id="{B35D4E12-C427-3951-D131-8A7CA0FC8B68}"/>
              </a:ext>
            </a:extLst>
          </p:cNvPr>
          <p:cNvSpPr>
            <a:spLocks noGrp="1"/>
          </p:cNvSpPr>
          <p:nvPr>
            <p:ph type="dt" sz="half" idx="2"/>
          </p:nvPr>
        </p:nvSpPr>
        <p:spPr>
          <a:xfrm>
            <a:off x="860671" y="6706800"/>
            <a:ext cx="842839" cy="151200"/>
          </a:xfrm>
          <a:prstGeom prst="rect">
            <a:avLst/>
          </a:prstGeom>
        </p:spPr>
        <p:txBody>
          <a:bodyPr vert="horz" wrap="none" lIns="0" tIns="0" rIns="0" bIns="0" rtlCol="0" anchor="t" anchorCtr="0"/>
          <a:lstStyle>
            <a:lvl1pPr algn="l">
              <a:defRPr sz="800">
                <a:solidFill>
                  <a:srgbClr val="000000"/>
                </a:solidFill>
                <a:latin typeface="+mn-lt"/>
              </a:defRPr>
            </a:lvl1pPr>
          </a:lstStyle>
          <a:p>
            <a:fld id="{BAC50870-1A18-45C8-AC16-A54E53E9002B}" type="datetime4">
              <a:rPr lang="en-GB" smtClean="0"/>
              <a:t>23 October 2025</a:t>
            </a:fld>
            <a:endParaRPr lang="en-GB" dirty="0"/>
          </a:p>
        </p:txBody>
      </p:sp>
      <p:sp>
        <p:nvSpPr>
          <p:cNvPr id="8" name="Slide Number Placeholder 5">
            <a:extLst>
              <a:ext uri="{FF2B5EF4-FFF2-40B4-BE49-F238E27FC236}">
                <a16:creationId xmlns:a16="http://schemas.microsoft.com/office/drawing/2014/main" id="{E60A409D-2695-7DBC-3CF5-9D9D3296DC71}"/>
              </a:ext>
            </a:extLst>
          </p:cNvPr>
          <p:cNvSpPr>
            <a:spLocks noGrp="1"/>
          </p:cNvSpPr>
          <p:nvPr>
            <p:ph type="sldNum" sz="quarter" idx="4"/>
          </p:nvPr>
        </p:nvSpPr>
        <p:spPr>
          <a:xfrm>
            <a:off x="140671" y="6706800"/>
            <a:ext cx="505703" cy="151200"/>
          </a:xfrm>
          <a:prstGeom prst="rect">
            <a:avLst/>
          </a:prstGeom>
        </p:spPr>
        <p:txBody>
          <a:bodyPr vert="horz" wrap="none" lIns="0" tIns="0" rIns="0" bIns="0" rtlCol="0" anchor="t" anchorCtr="0"/>
          <a:lstStyle>
            <a:lvl1pPr algn="l">
              <a:defRPr sz="800">
                <a:solidFill>
                  <a:srgbClr val="000000"/>
                </a:solidFill>
                <a:latin typeface="+mn-lt"/>
              </a:defRPr>
            </a:lvl1pPr>
          </a:lstStyle>
          <a:p>
            <a:r>
              <a:rPr lang="en-GB" dirty="0"/>
              <a:t>Slide </a:t>
            </a:r>
            <a:fld id="{76334558-CCCF-4D1D-AE70-66F3BBA51340}" type="slidenum">
              <a:rPr lang="en-GB" smtClean="0"/>
              <a:pPr/>
              <a:t>‹#›</a:t>
            </a:fld>
            <a:endParaRPr lang="en-GB" dirty="0"/>
          </a:p>
        </p:txBody>
      </p:sp>
      <p:pic>
        <p:nvPicPr>
          <p:cNvPr id="12" name="Bild 4">
            <a:extLst>
              <a:ext uri="{FF2B5EF4-FFF2-40B4-BE49-F238E27FC236}">
                <a16:creationId xmlns:a16="http://schemas.microsoft.com/office/drawing/2014/main" id="{6E405B33-4D84-95CD-73E5-13A7D33654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49025" y="0"/>
            <a:ext cx="942975" cy="542925"/>
          </a:xfrm>
          <a:prstGeom prst="rect">
            <a:avLst/>
          </a:prstGeom>
        </p:spPr>
      </p:pic>
      <p:sp>
        <p:nvSpPr>
          <p:cNvPr id="14" name="Title 13">
            <a:extLst>
              <a:ext uri="{FF2B5EF4-FFF2-40B4-BE49-F238E27FC236}">
                <a16:creationId xmlns:a16="http://schemas.microsoft.com/office/drawing/2014/main" id="{A79B8EC4-5B34-DB21-19CF-5FEDD9D60322}"/>
              </a:ext>
            </a:extLst>
          </p:cNvPr>
          <p:cNvSpPr>
            <a:spLocks noGrp="1"/>
          </p:cNvSpPr>
          <p:nvPr>
            <p:ph type="title"/>
          </p:nvPr>
        </p:nvSpPr>
        <p:spPr/>
        <p:txBody>
          <a:bodyPr/>
          <a:lstStyle/>
          <a:p>
            <a:r>
              <a:rPr lang="en-US"/>
              <a:t>Click to edit Master title style</a:t>
            </a:r>
          </a:p>
        </p:txBody>
      </p:sp>
      <p:sp>
        <p:nvSpPr>
          <p:cNvPr id="15" name="Footer Placeholder 4">
            <a:extLst>
              <a:ext uri="{FF2B5EF4-FFF2-40B4-BE49-F238E27FC236}">
                <a16:creationId xmlns:a16="http://schemas.microsoft.com/office/drawing/2014/main" id="{363EB8A4-7FB3-CD9A-1E4F-99227D766ED0}"/>
              </a:ext>
            </a:extLst>
          </p:cNvPr>
          <p:cNvSpPr>
            <a:spLocks noGrp="1"/>
          </p:cNvSpPr>
          <p:nvPr>
            <p:ph type="ftr" sz="quarter" idx="3"/>
          </p:nvPr>
        </p:nvSpPr>
        <p:spPr>
          <a:xfrm>
            <a:off x="7932737" y="6706800"/>
            <a:ext cx="3708401" cy="151200"/>
          </a:xfrm>
          <a:prstGeom prst="rect">
            <a:avLst/>
          </a:prstGeom>
        </p:spPr>
        <p:txBody>
          <a:bodyPr wrap="none" lIns="0" tIns="0" rIns="0" bIns="0" anchor="t" anchorCtr="0">
            <a:noAutofit/>
          </a:bodyPr>
          <a:lstStyle>
            <a:lvl1pPr algn="r">
              <a:defRPr lang="en-GB" sz="800">
                <a:latin typeface="+mn-lt"/>
              </a:defRPr>
            </a:lvl1pPr>
          </a:lstStyle>
          <a:p>
            <a:endParaRPr lang="en-US" dirty="0"/>
          </a:p>
        </p:txBody>
      </p:sp>
      <p:sp>
        <p:nvSpPr>
          <p:cNvPr id="2" name="Content Placeholder 2">
            <a:extLst>
              <a:ext uri="{FF2B5EF4-FFF2-40B4-BE49-F238E27FC236}">
                <a16:creationId xmlns:a16="http://schemas.microsoft.com/office/drawing/2014/main" id="{1A8D8957-8B51-DEFA-80BB-420812B7C146}"/>
              </a:ext>
            </a:extLst>
          </p:cNvPr>
          <p:cNvSpPr>
            <a:spLocks noGrp="1"/>
          </p:cNvSpPr>
          <p:nvPr>
            <p:ph sz="quarter" idx="11"/>
          </p:nvPr>
        </p:nvSpPr>
        <p:spPr>
          <a:xfrm>
            <a:off x="6385137" y="1700212"/>
            <a:ext cx="5256000" cy="4617787"/>
          </a:xfrm>
        </p:spPr>
        <p:txBody>
          <a:bodyPr>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Tree>
    <p:extLst>
      <p:ext uri="{BB962C8B-B14F-4D97-AF65-F5344CB8AC3E}">
        <p14:creationId xmlns:p14="http://schemas.microsoft.com/office/powerpoint/2010/main" val="2358998816"/>
      </p:ext>
    </p:extLst>
  </p:cSld>
  <p:clrMapOvr>
    <a:masterClrMapping/>
  </p:clrMapOvr>
  <p:transition spd="med">
    <p:fade/>
  </p:transition>
  <p:extLst>
    <p:ext uri="{DCECCB84-F9BA-43D5-87BE-67443E8EF086}">
      <p15:sldGuideLst xmlns:p15="http://schemas.microsoft.com/office/powerpoint/2012/main">
        <p15:guide id="4" pos="3659" userDrawn="1">
          <p15:clr>
            <a:srgbClr val="FBAE40"/>
          </p15:clr>
        </p15:guide>
        <p15:guide id="5" pos="402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288E217B-AF81-54F1-9174-919D6C3CB163}"/>
              </a:ext>
            </a:extLst>
          </p:cNvPr>
          <p:cNvSpPr>
            <a:spLocks noGrp="1"/>
          </p:cNvSpPr>
          <p:nvPr>
            <p:ph type="dt" sz="half" idx="2"/>
          </p:nvPr>
        </p:nvSpPr>
        <p:spPr>
          <a:xfrm>
            <a:off x="860671" y="6706800"/>
            <a:ext cx="842839" cy="151200"/>
          </a:xfrm>
          <a:prstGeom prst="rect">
            <a:avLst/>
          </a:prstGeom>
        </p:spPr>
        <p:txBody>
          <a:bodyPr vert="horz" wrap="none" lIns="0" tIns="0" rIns="0" bIns="0" rtlCol="0" anchor="t" anchorCtr="0"/>
          <a:lstStyle>
            <a:lvl1pPr algn="l">
              <a:defRPr sz="800">
                <a:solidFill>
                  <a:srgbClr val="000000"/>
                </a:solidFill>
                <a:latin typeface="+mn-lt"/>
              </a:defRPr>
            </a:lvl1pPr>
          </a:lstStyle>
          <a:p>
            <a:fld id="{40822E2D-93AA-430B-B451-71DD80FEE212}" type="datetime4">
              <a:rPr lang="en-GB" smtClean="0"/>
              <a:t>23 October 2025</a:t>
            </a:fld>
            <a:endParaRPr lang="en-GB" dirty="0"/>
          </a:p>
        </p:txBody>
      </p:sp>
      <p:sp>
        <p:nvSpPr>
          <p:cNvPr id="9" name="Slide Number Placeholder 5">
            <a:extLst>
              <a:ext uri="{FF2B5EF4-FFF2-40B4-BE49-F238E27FC236}">
                <a16:creationId xmlns:a16="http://schemas.microsoft.com/office/drawing/2014/main" id="{BDFD1BE5-2944-3985-27D3-B9DF0F96E46F}"/>
              </a:ext>
            </a:extLst>
          </p:cNvPr>
          <p:cNvSpPr>
            <a:spLocks noGrp="1"/>
          </p:cNvSpPr>
          <p:nvPr>
            <p:ph type="sldNum" sz="quarter" idx="4"/>
          </p:nvPr>
        </p:nvSpPr>
        <p:spPr>
          <a:xfrm>
            <a:off x="140671" y="6706800"/>
            <a:ext cx="505703" cy="151200"/>
          </a:xfrm>
          <a:prstGeom prst="rect">
            <a:avLst/>
          </a:prstGeom>
        </p:spPr>
        <p:txBody>
          <a:bodyPr vert="horz" wrap="none" lIns="0" tIns="0" rIns="0" bIns="0" rtlCol="0" anchor="t" anchorCtr="0"/>
          <a:lstStyle>
            <a:lvl1pPr algn="l">
              <a:defRPr sz="800">
                <a:solidFill>
                  <a:srgbClr val="000000"/>
                </a:solidFill>
                <a:latin typeface="+mn-lt"/>
              </a:defRPr>
            </a:lvl1pPr>
          </a:lstStyle>
          <a:p>
            <a:r>
              <a:rPr lang="en-GB" dirty="0"/>
              <a:t>Slide </a:t>
            </a:r>
            <a:fld id="{76334558-CCCF-4D1D-AE70-66F3BBA51340}" type="slidenum">
              <a:rPr lang="en-GB" smtClean="0"/>
              <a:pPr/>
              <a:t>‹#›</a:t>
            </a:fld>
            <a:endParaRPr lang="en-GB" dirty="0"/>
          </a:p>
        </p:txBody>
      </p:sp>
      <p:pic>
        <p:nvPicPr>
          <p:cNvPr id="11" name="Bild 4">
            <a:extLst>
              <a:ext uri="{FF2B5EF4-FFF2-40B4-BE49-F238E27FC236}">
                <a16:creationId xmlns:a16="http://schemas.microsoft.com/office/drawing/2014/main" id="{6AE05505-BE20-08EB-ACAD-B3A59893042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49025" y="0"/>
            <a:ext cx="942975" cy="542925"/>
          </a:xfrm>
          <a:prstGeom prst="rect">
            <a:avLst/>
          </a:prstGeom>
        </p:spPr>
      </p:pic>
      <p:sp>
        <p:nvSpPr>
          <p:cNvPr id="12" name="Footer Placeholder 4">
            <a:extLst>
              <a:ext uri="{FF2B5EF4-FFF2-40B4-BE49-F238E27FC236}">
                <a16:creationId xmlns:a16="http://schemas.microsoft.com/office/drawing/2014/main" id="{16D9F7EF-953E-7E1F-F5AB-B8FDF562288E}"/>
              </a:ext>
            </a:extLst>
          </p:cNvPr>
          <p:cNvSpPr>
            <a:spLocks noGrp="1"/>
          </p:cNvSpPr>
          <p:nvPr>
            <p:ph type="ftr" sz="quarter" idx="3"/>
          </p:nvPr>
        </p:nvSpPr>
        <p:spPr>
          <a:xfrm>
            <a:off x="7932737" y="6706800"/>
            <a:ext cx="3708401" cy="151200"/>
          </a:xfrm>
          <a:prstGeom prst="rect">
            <a:avLst/>
          </a:prstGeom>
        </p:spPr>
        <p:txBody>
          <a:bodyPr wrap="none" lIns="0" tIns="0" rIns="0" bIns="0" anchor="t" anchorCtr="0">
            <a:noAutofit/>
          </a:bodyPr>
          <a:lstStyle>
            <a:lvl1pPr algn="r">
              <a:defRPr lang="en-GB" sz="800">
                <a:latin typeface="+mn-lt"/>
              </a:defRPr>
            </a:lvl1pPr>
          </a:lstStyle>
          <a:p>
            <a:endParaRPr lang="en-US" dirty="0"/>
          </a:p>
        </p:txBody>
      </p:sp>
      <p:sp>
        <p:nvSpPr>
          <p:cNvPr id="13" name="Title 12">
            <a:extLst>
              <a:ext uri="{FF2B5EF4-FFF2-40B4-BE49-F238E27FC236}">
                <a16:creationId xmlns:a16="http://schemas.microsoft.com/office/drawing/2014/main" id="{D1B04BEC-E2B5-1275-14D2-74C2C975A5A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65673656"/>
      </p:ext>
    </p:extLst>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7166DBC-2F16-F5BF-DDAB-ED9BE8EB316C}"/>
              </a:ext>
            </a:extLst>
          </p:cNvPr>
          <p:cNvSpPr>
            <a:spLocks noGrp="1"/>
          </p:cNvSpPr>
          <p:nvPr>
            <p:ph type="dt" sz="half" idx="2"/>
          </p:nvPr>
        </p:nvSpPr>
        <p:spPr>
          <a:xfrm>
            <a:off x="860671" y="6706800"/>
            <a:ext cx="842839" cy="151200"/>
          </a:xfrm>
          <a:prstGeom prst="rect">
            <a:avLst/>
          </a:prstGeom>
        </p:spPr>
        <p:txBody>
          <a:bodyPr vert="horz" wrap="none" lIns="0" tIns="0" rIns="0" bIns="0" rtlCol="0" anchor="t" anchorCtr="0"/>
          <a:lstStyle>
            <a:lvl1pPr algn="l">
              <a:defRPr sz="800">
                <a:solidFill>
                  <a:srgbClr val="000000"/>
                </a:solidFill>
                <a:latin typeface="+mn-lt"/>
              </a:defRPr>
            </a:lvl1pPr>
          </a:lstStyle>
          <a:p>
            <a:fld id="{9F41E00E-D96E-4DA4-8A9E-832370C42B7D}" type="datetime4">
              <a:rPr lang="en-GB" smtClean="0"/>
              <a:t>23 October 2025</a:t>
            </a:fld>
            <a:endParaRPr lang="en-GB" dirty="0"/>
          </a:p>
        </p:txBody>
      </p:sp>
      <p:sp>
        <p:nvSpPr>
          <p:cNvPr id="8" name="Slide Number Placeholder 5">
            <a:extLst>
              <a:ext uri="{FF2B5EF4-FFF2-40B4-BE49-F238E27FC236}">
                <a16:creationId xmlns:a16="http://schemas.microsoft.com/office/drawing/2014/main" id="{A0C26F63-C64D-6AAB-2B7A-A0FC9C04D9E0}"/>
              </a:ext>
            </a:extLst>
          </p:cNvPr>
          <p:cNvSpPr>
            <a:spLocks noGrp="1"/>
          </p:cNvSpPr>
          <p:nvPr>
            <p:ph type="sldNum" sz="quarter" idx="4"/>
          </p:nvPr>
        </p:nvSpPr>
        <p:spPr>
          <a:xfrm>
            <a:off x="140671" y="6706800"/>
            <a:ext cx="505703" cy="151200"/>
          </a:xfrm>
          <a:prstGeom prst="rect">
            <a:avLst/>
          </a:prstGeom>
        </p:spPr>
        <p:txBody>
          <a:bodyPr vert="horz" wrap="none" lIns="0" tIns="0" rIns="0" bIns="0" rtlCol="0" anchor="t" anchorCtr="0"/>
          <a:lstStyle>
            <a:lvl1pPr algn="l">
              <a:defRPr sz="800">
                <a:solidFill>
                  <a:srgbClr val="000000"/>
                </a:solidFill>
                <a:latin typeface="+mn-lt"/>
              </a:defRPr>
            </a:lvl1pPr>
          </a:lstStyle>
          <a:p>
            <a:r>
              <a:rPr lang="en-GB" dirty="0"/>
              <a:t>Slide </a:t>
            </a:r>
            <a:fld id="{76334558-CCCF-4D1D-AE70-66F3BBA51340}" type="slidenum">
              <a:rPr lang="en-GB" smtClean="0"/>
              <a:pPr/>
              <a:t>‹#›</a:t>
            </a:fld>
            <a:endParaRPr lang="en-GB" dirty="0"/>
          </a:p>
        </p:txBody>
      </p:sp>
      <p:pic>
        <p:nvPicPr>
          <p:cNvPr id="10" name="Bild 4">
            <a:extLst>
              <a:ext uri="{FF2B5EF4-FFF2-40B4-BE49-F238E27FC236}">
                <a16:creationId xmlns:a16="http://schemas.microsoft.com/office/drawing/2014/main" id="{7362D604-1916-A57F-1315-EC7658A3788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49025" y="0"/>
            <a:ext cx="942975" cy="542925"/>
          </a:xfrm>
          <a:prstGeom prst="rect">
            <a:avLst/>
          </a:prstGeom>
        </p:spPr>
      </p:pic>
      <p:sp>
        <p:nvSpPr>
          <p:cNvPr id="11" name="Footer Placeholder 4">
            <a:extLst>
              <a:ext uri="{FF2B5EF4-FFF2-40B4-BE49-F238E27FC236}">
                <a16:creationId xmlns:a16="http://schemas.microsoft.com/office/drawing/2014/main" id="{8751DB0B-EC3C-851C-630C-B8B6F597F933}"/>
              </a:ext>
            </a:extLst>
          </p:cNvPr>
          <p:cNvSpPr>
            <a:spLocks noGrp="1"/>
          </p:cNvSpPr>
          <p:nvPr>
            <p:ph type="ftr" sz="quarter" idx="3"/>
          </p:nvPr>
        </p:nvSpPr>
        <p:spPr>
          <a:xfrm>
            <a:off x="7932737" y="6706800"/>
            <a:ext cx="3708401" cy="151200"/>
          </a:xfrm>
          <a:prstGeom prst="rect">
            <a:avLst/>
          </a:prstGeom>
        </p:spPr>
        <p:txBody>
          <a:bodyPr wrap="none" lIns="0" tIns="0" rIns="0" bIns="0" anchor="t" anchorCtr="0">
            <a:noAutofit/>
          </a:bodyPr>
          <a:lstStyle>
            <a:lvl1pPr algn="r">
              <a:defRPr lang="en-GB" sz="800">
                <a:latin typeface="+mn-lt"/>
              </a:defRPr>
            </a:lvl1pPr>
          </a:lstStyle>
          <a:p>
            <a:endParaRPr lang="en-US" dirty="0"/>
          </a:p>
        </p:txBody>
      </p:sp>
    </p:spTree>
    <p:extLst>
      <p:ext uri="{BB962C8B-B14F-4D97-AF65-F5344CB8AC3E}">
        <p14:creationId xmlns:p14="http://schemas.microsoft.com/office/powerpoint/2010/main" val="731874956"/>
      </p:ext>
    </p:extLst>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he End">
    <p:spTree>
      <p:nvGrpSpPr>
        <p:cNvPr id="1" name=""/>
        <p:cNvGrpSpPr/>
        <p:nvPr/>
      </p:nvGrpSpPr>
      <p:grpSpPr>
        <a:xfrm>
          <a:off x="0" y="0"/>
          <a:ext cx="0" cy="0"/>
          <a:chOff x="0" y="0"/>
          <a:chExt cx="0" cy="0"/>
        </a:xfrm>
      </p:grpSpPr>
      <p:pic>
        <p:nvPicPr>
          <p:cNvPr id="3" name="Bild 2">
            <a:extLst>
              <a:ext uri="{FF2B5EF4-FFF2-40B4-BE49-F238E27FC236}">
                <a16:creationId xmlns:a16="http://schemas.microsoft.com/office/drawing/2014/main" id="{5175B383-099C-41CE-B5AA-384B4E10BDB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53000" y="3157537"/>
            <a:ext cx="2286000" cy="542925"/>
          </a:xfrm>
          <a:prstGeom prst="rect">
            <a:avLst/>
          </a:prstGeom>
        </p:spPr>
      </p:pic>
    </p:spTree>
    <p:extLst>
      <p:ext uri="{BB962C8B-B14F-4D97-AF65-F5344CB8AC3E}">
        <p14:creationId xmlns:p14="http://schemas.microsoft.com/office/powerpoint/2010/main" val="2303613531"/>
      </p:ext>
    </p:extLst>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Small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C82C473-35FF-DDF0-2681-B3C08C9B12DB}"/>
              </a:ext>
            </a:extLst>
          </p:cNvPr>
          <p:cNvSpPr>
            <a:spLocks noGrp="1"/>
          </p:cNvSpPr>
          <p:nvPr>
            <p:ph type="pic" sz="quarter" idx="14"/>
            <p:custDataLst>
              <p:tags r:id="rId1"/>
            </p:custDataLst>
          </p:nvPr>
        </p:nvSpPr>
        <p:spPr>
          <a:xfrm>
            <a:off x="6165850" y="2398713"/>
            <a:ext cx="5830888" cy="4262438"/>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rgbClr val="EDEDED"/>
          </a:solidFill>
        </p:spPr>
        <p:txBody>
          <a:bodyPr wrap="square" bIns="684000" anchor="ctr" anchorCtr="0">
            <a:noAutofit/>
          </a:bodyPr>
          <a:lstStyle>
            <a:lvl1pPr marL="0" indent="0" algn="ctr">
              <a:buFontTx/>
              <a:buNone/>
              <a:defRPr sz="1200">
                <a:solidFill>
                  <a:schemeClr val="tx1"/>
                </a:solidFill>
              </a:defRPr>
            </a:lvl1pPr>
          </a:lstStyle>
          <a:p>
            <a:r>
              <a:rPr lang="en-US" dirty="0"/>
              <a:t>Click icon to add picture</a:t>
            </a:r>
            <a:endParaRPr lang="en-GB" dirty="0"/>
          </a:p>
        </p:txBody>
      </p:sp>
      <p:sp>
        <p:nvSpPr>
          <p:cNvPr id="2" name="Title 1">
            <a:extLst>
              <a:ext uri="{FF2B5EF4-FFF2-40B4-BE49-F238E27FC236}">
                <a16:creationId xmlns:a16="http://schemas.microsoft.com/office/drawing/2014/main" id="{56E751AA-703F-ED5A-D6C8-E488C7359D32}"/>
              </a:ext>
            </a:extLst>
          </p:cNvPr>
          <p:cNvSpPr>
            <a:spLocks noGrp="1"/>
          </p:cNvSpPr>
          <p:nvPr>
            <p:ph type="title"/>
            <p:custDataLst>
              <p:tags r:id="rId2"/>
            </p:custDataLst>
          </p:nvPr>
        </p:nvSpPr>
        <p:spPr>
          <a:xfrm>
            <a:off x="193676" y="1152525"/>
            <a:ext cx="4835524" cy="1101725"/>
          </a:xfrm>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7A26A16-D3E2-5AE8-E064-6866E1E5D208}"/>
              </a:ext>
            </a:extLst>
          </p:cNvPr>
          <p:cNvSpPr>
            <a:spLocks noGrp="1"/>
          </p:cNvSpPr>
          <p:nvPr>
            <p:ph type="dt" sz="half" idx="10"/>
            <p:custDataLst>
              <p:tags r:id="rId3"/>
            </p:custDataLst>
          </p:nvPr>
        </p:nvSpPr>
        <p:spPr/>
        <p:txBody>
          <a:bodyPr/>
          <a:lstStyle/>
          <a:p>
            <a:fld id="{F10A3D43-0687-422B-8801-76457B985CFF}" type="datetimeFigureOut">
              <a:rPr lang="en-GB" smtClean="0"/>
              <a:pPr/>
              <a:t>23/10/2025</a:t>
            </a:fld>
            <a:endParaRPr lang="en-GB" dirty="0"/>
          </a:p>
        </p:txBody>
      </p:sp>
      <p:sp>
        <p:nvSpPr>
          <p:cNvPr id="4" name="Footer Placeholder 3">
            <a:extLst>
              <a:ext uri="{FF2B5EF4-FFF2-40B4-BE49-F238E27FC236}">
                <a16:creationId xmlns:a16="http://schemas.microsoft.com/office/drawing/2014/main" id="{8E0F14F5-A232-416E-10D5-B031E0C7F3AA}"/>
              </a:ext>
            </a:extLst>
          </p:cNvPr>
          <p:cNvSpPr>
            <a:spLocks noGrp="1"/>
          </p:cNvSpPr>
          <p:nvPr>
            <p:ph type="ftr" sz="quarter" idx="11"/>
            <p:custDataLst>
              <p:tags r:id="rId4"/>
            </p:custDataLst>
          </p:nvPr>
        </p:nvSpPr>
        <p:spPr/>
        <p:txBody>
          <a:bodyPr/>
          <a:lstStyle>
            <a:lvl1pPr>
              <a:defRPr lang="en-GB" dirty="0"/>
            </a:lvl1pPr>
          </a:lstStyle>
          <a:p>
            <a:endParaRPr lang="en-GB" dirty="0"/>
          </a:p>
        </p:txBody>
      </p:sp>
      <p:sp>
        <p:nvSpPr>
          <p:cNvPr id="5" name="Slide Number Placeholder 4">
            <a:extLst>
              <a:ext uri="{FF2B5EF4-FFF2-40B4-BE49-F238E27FC236}">
                <a16:creationId xmlns:a16="http://schemas.microsoft.com/office/drawing/2014/main" id="{A8465E6A-C531-6348-CEDC-30A348C0125E}"/>
              </a:ext>
            </a:extLst>
          </p:cNvPr>
          <p:cNvSpPr>
            <a:spLocks noGrp="1"/>
          </p:cNvSpPr>
          <p:nvPr>
            <p:ph type="sldNum" sz="quarter" idx="12"/>
            <p:custDataLst>
              <p:tags r:id="rId5"/>
            </p:custDataLst>
          </p:nvPr>
        </p:nvSpPr>
        <p:spPr/>
        <p:txBody>
          <a:bodyPr/>
          <a:lstStyle/>
          <a:p>
            <a:fld id="{CA008F64-74B1-4FA3-959F-F18C980B41FD}" type="slidenum">
              <a:rPr lang="en-GB" smtClean="0"/>
              <a:pPr/>
              <a:t>‹#›</a:t>
            </a:fld>
            <a:endParaRPr lang="en-GB" dirty="0"/>
          </a:p>
        </p:txBody>
      </p:sp>
      <p:sp>
        <p:nvSpPr>
          <p:cNvPr id="7" name="Text Placeholder 6">
            <a:extLst>
              <a:ext uri="{FF2B5EF4-FFF2-40B4-BE49-F238E27FC236}">
                <a16:creationId xmlns:a16="http://schemas.microsoft.com/office/drawing/2014/main" id="{DAEFC9D3-A51B-B4EC-69B4-0F0363ABCF03}"/>
              </a:ext>
            </a:extLst>
          </p:cNvPr>
          <p:cNvSpPr>
            <a:spLocks noGrp="1"/>
          </p:cNvSpPr>
          <p:nvPr>
            <p:ph type="body" sz="quarter" idx="13"/>
            <p:custDataLst>
              <p:tags r:id="rId6"/>
            </p:custDataLst>
          </p:nvPr>
        </p:nvSpPr>
        <p:spPr>
          <a:xfrm>
            <a:off x="193675" y="3499200"/>
            <a:ext cx="4835525" cy="267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2">
            <a:extLst>
              <a:ext uri="{FF2B5EF4-FFF2-40B4-BE49-F238E27FC236}">
                <a16:creationId xmlns:a16="http://schemas.microsoft.com/office/drawing/2014/main" id="{A9E9B24B-4ED7-A4BD-B52D-52A237FEA2F2}"/>
              </a:ext>
            </a:extLst>
          </p:cNvPr>
          <p:cNvSpPr>
            <a:spLocks noGrp="1"/>
          </p:cNvSpPr>
          <p:nvPr>
            <p:ph type="body" idx="1" hasCustomPrompt="1"/>
            <p:custDataLst>
              <p:tags r:id="rId7"/>
            </p:custDataLst>
          </p:nvPr>
        </p:nvSpPr>
        <p:spPr>
          <a:xfrm>
            <a:off x="193675" y="932925"/>
            <a:ext cx="4838400" cy="219600"/>
          </a:xfrm>
        </p:spPr>
        <p:txBody>
          <a:bodyPr lIns="32400" tIns="0" bIns="36000"/>
          <a:lstStyle>
            <a:lvl1pPr marL="0" indent="0">
              <a:lnSpc>
                <a:spcPct val="105000"/>
              </a:lnSpc>
              <a:buNone/>
              <a:defRPr sz="1200" cap="all"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Navigation / Chapter</a:t>
            </a:r>
          </a:p>
        </p:txBody>
      </p:sp>
    </p:spTree>
    <p:extLst>
      <p:ext uri="{BB962C8B-B14F-4D97-AF65-F5344CB8AC3E}">
        <p14:creationId xmlns:p14="http://schemas.microsoft.com/office/powerpoint/2010/main" val="650576815"/>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751AA-703F-ED5A-D6C8-E488C7359D32}"/>
              </a:ext>
            </a:extLst>
          </p:cNvPr>
          <p:cNvSpPr>
            <a:spLocks noGrp="1"/>
          </p:cNvSpPr>
          <p:nvPr>
            <p:ph type="title"/>
            <p:custDataLst>
              <p:tags r:id="rId1"/>
            </p:custDataLst>
          </p:nvPr>
        </p:nvSpPr>
        <p:spPr>
          <a:xfrm>
            <a:off x="193676" y="1152525"/>
            <a:ext cx="4835524" cy="1101725"/>
          </a:xfrm>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7A26A16-D3E2-5AE8-E064-6866E1E5D208}"/>
              </a:ext>
            </a:extLst>
          </p:cNvPr>
          <p:cNvSpPr>
            <a:spLocks noGrp="1"/>
          </p:cNvSpPr>
          <p:nvPr>
            <p:ph type="dt" sz="half" idx="10"/>
            <p:custDataLst>
              <p:tags r:id="rId2"/>
            </p:custDataLst>
          </p:nvPr>
        </p:nvSpPr>
        <p:spPr/>
        <p:txBody>
          <a:bodyPr/>
          <a:lstStyle/>
          <a:p>
            <a:fld id="{F10A3D43-0687-422B-8801-76457B985CFF}" type="datetimeFigureOut">
              <a:rPr lang="en-GB" smtClean="0"/>
              <a:pPr/>
              <a:t>23/10/2025</a:t>
            </a:fld>
            <a:endParaRPr lang="en-GB" dirty="0"/>
          </a:p>
        </p:txBody>
      </p:sp>
      <p:sp>
        <p:nvSpPr>
          <p:cNvPr id="4" name="Footer Placeholder 3">
            <a:extLst>
              <a:ext uri="{FF2B5EF4-FFF2-40B4-BE49-F238E27FC236}">
                <a16:creationId xmlns:a16="http://schemas.microsoft.com/office/drawing/2014/main" id="{8E0F14F5-A232-416E-10D5-B031E0C7F3AA}"/>
              </a:ext>
            </a:extLst>
          </p:cNvPr>
          <p:cNvSpPr>
            <a:spLocks noGrp="1"/>
          </p:cNvSpPr>
          <p:nvPr>
            <p:ph type="ftr" sz="quarter" idx="11"/>
            <p:custDataLst>
              <p:tags r:id="rId3"/>
            </p:custDataLst>
          </p:nvPr>
        </p:nvSpPr>
        <p:spPr/>
        <p:txBody>
          <a:bodyPr/>
          <a:lstStyle>
            <a:lvl1pPr>
              <a:defRPr lang="en-GB" dirty="0"/>
            </a:lvl1pPr>
          </a:lstStyle>
          <a:p>
            <a:endParaRPr lang="en-GB" dirty="0"/>
          </a:p>
        </p:txBody>
      </p:sp>
      <p:sp>
        <p:nvSpPr>
          <p:cNvPr id="5" name="Slide Number Placeholder 4">
            <a:extLst>
              <a:ext uri="{FF2B5EF4-FFF2-40B4-BE49-F238E27FC236}">
                <a16:creationId xmlns:a16="http://schemas.microsoft.com/office/drawing/2014/main" id="{A8465E6A-C531-6348-CEDC-30A348C0125E}"/>
              </a:ext>
            </a:extLst>
          </p:cNvPr>
          <p:cNvSpPr>
            <a:spLocks noGrp="1"/>
          </p:cNvSpPr>
          <p:nvPr>
            <p:ph type="sldNum" sz="quarter" idx="12"/>
            <p:custDataLst>
              <p:tags r:id="rId4"/>
            </p:custDataLst>
          </p:nvPr>
        </p:nvSpPr>
        <p:spPr/>
        <p:txBody>
          <a:bodyPr/>
          <a:lstStyle/>
          <a:p>
            <a:fld id="{CA008F64-74B1-4FA3-959F-F18C980B41FD}" type="slidenum">
              <a:rPr lang="en-GB" smtClean="0"/>
              <a:pPr/>
              <a:t>‹#›</a:t>
            </a:fld>
            <a:endParaRPr lang="en-GB" dirty="0"/>
          </a:p>
        </p:txBody>
      </p:sp>
      <p:sp>
        <p:nvSpPr>
          <p:cNvPr id="7" name="Text Placeholder 6">
            <a:extLst>
              <a:ext uri="{FF2B5EF4-FFF2-40B4-BE49-F238E27FC236}">
                <a16:creationId xmlns:a16="http://schemas.microsoft.com/office/drawing/2014/main" id="{DAEFC9D3-A51B-B4EC-69B4-0F0363ABCF03}"/>
              </a:ext>
            </a:extLst>
          </p:cNvPr>
          <p:cNvSpPr>
            <a:spLocks noGrp="1"/>
          </p:cNvSpPr>
          <p:nvPr>
            <p:ph type="body" sz="quarter" idx="13"/>
            <p:custDataLst>
              <p:tags r:id="rId5"/>
            </p:custDataLst>
          </p:nvPr>
        </p:nvSpPr>
        <p:spPr>
          <a:xfrm>
            <a:off x="193675" y="3499200"/>
            <a:ext cx="4835525" cy="267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2">
            <a:extLst>
              <a:ext uri="{FF2B5EF4-FFF2-40B4-BE49-F238E27FC236}">
                <a16:creationId xmlns:a16="http://schemas.microsoft.com/office/drawing/2014/main" id="{A9E9B24B-4ED7-A4BD-B52D-52A237FEA2F2}"/>
              </a:ext>
            </a:extLst>
          </p:cNvPr>
          <p:cNvSpPr>
            <a:spLocks noGrp="1"/>
          </p:cNvSpPr>
          <p:nvPr>
            <p:ph type="body" idx="1" hasCustomPrompt="1"/>
            <p:custDataLst>
              <p:tags r:id="rId6"/>
            </p:custDataLst>
          </p:nvPr>
        </p:nvSpPr>
        <p:spPr>
          <a:xfrm>
            <a:off x="193675" y="932925"/>
            <a:ext cx="4838400" cy="219600"/>
          </a:xfrm>
        </p:spPr>
        <p:txBody>
          <a:bodyPr lIns="32400" tIns="0" bIns="36000"/>
          <a:lstStyle>
            <a:lvl1pPr marL="0" indent="0">
              <a:lnSpc>
                <a:spcPct val="105000"/>
              </a:lnSpc>
              <a:buNone/>
              <a:defRPr sz="1200" cap="all"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Navigation / Chapter</a:t>
            </a:r>
          </a:p>
        </p:txBody>
      </p:sp>
    </p:spTree>
    <p:extLst>
      <p:ext uri="{BB962C8B-B14F-4D97-AF65-F5344CB8AC3E}">
        <p14:creationId xmlns:p14="http://schemas.microsoft.com/office/powerpoint/2010/main" val="1296436948"/>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itle Placeholder 3">
            <a:extLst>
              <a:ext uri="{FF2B5EF4-FFF2-40B4-BE49-F238E27FC236}">
                <a16:creationId xmlns:a16="http://schemas.microsoft.com/office/drawing/2014/main" id="{EBDB4792-2DD8-4659-BDA3-DA8F6094EE66}"/>
              </a:ext>
            </a:extLst>
          </p:cNvPr>
          <p:cNvSpPr>
            <a:spLocks noGrp="1"/>
          </p:cNvSpPr>
          <p:nvPr>
            <p:ph type="title"/>
          </p:nvPr>
        </p:nvSpPr>
        <p:spPr>
          <a:xfrm>
            <a:off x="550863" y="540000"/>
            <a:ext cx="6805613" cy="774840"/>
          </a:xfrm>
          <a:prstGeom prst="rect">
            <a:avLst/>
          </a:prstGeom>
        </p:spPr>
        <p:txBody>
          <a:bodyPr vert="horz" wrap="square" lIns="0" tIns="0" rIns="0" bIns="0" rtlCol="0" anchor="t" anchorCtr="0">
            <a:noAutofit/>
          </a:bodyPr>
          <a:lstStyle/>
          <a:p>
            <a:pPr lvl="0"/>
            <a:r>
              <a:rPr lang="en-GB" noProof="0" dirty="0"/>
              <a:t>Click and add title</a:t>
            </a:r>
          </a:p>
        </p:txBody>
      </p:sp>
      <p:sp>
        <p:nvSpPr>
          <p:cNvPr id="14" name="Footer Placeholder 4">
            <a:extLst>
              <a:ext uri="{FF2B5EF4-FFF2-40B4-BE49-F238E27FC236}">
                <a16:creationId xmlns:a16="http://schemas.microsoft.com/office/drawing/2014/main" id="{E6CC0AFF-0D9F-484D-A1E5-C49776BC9E63}"/>
              </a:ext>
            </a:extLst>
          </p:cNvPr>
          <p:cNvSpPr>
            <a:spLocks noGrp="1"/>
          </p:cNvSpPr>
          <p:nvPr>
            <p:ph type="ftr" sz="quarter" idx="3"/>
          </p:nvPr>
        </p:nvSpPr>
        <p:spPr>
          <a:xfrm>
            <a:off x="7932737" y="6706800"/>
            <a:ext cx="3708401" cy="151200"/>
          </a:xfrm>
          <a:prstGeom prst="rect">
            <a:avLst/>
          </a:prstGeom>
        </p:spPr>
        <p:txBody>
          <a:bodyPr wrap="none" lIns="0" tIns="0" rIns="0" bIns="0" anchor="t" anchorCtr="0">
            <a:noAutofit/>
          </a:bodyPr>
          <a:lstStyle>
            <a:lvl1pPr algn="r">
              <a:defRPr lang="en-GB" sz="800">
                <a:latin typeface="+mn-lt"/>
              </a:defRPr>
            </a:lvl1pPr>
          </a:lstStyle>
          <a:p>
            <a:endParaRPr lang="en-US" dirty="0"/>
          </a:p>
        </p:txBody>
      </p:sp>
      <p:sp>
        <p:nvSpPr>
          <p:cNvPr id="8" name="Date Placeholder 3">
            <a:extLst>
              <a:ext uri="{FF2B5EF4-FFF2-40B4-BE49-F238E27FC236}">
                <a16:creationId xmlns:a16="http://schemas.microsoft.com/office/drawing/2014/main" id="{601DABA3-3313-4B89-B1A7-054633806FD0}"/>
              </a:ext>
            </a:extLst>
          </p:cNvPr>
          <p:cNvSpPr>
            <a:spLocks noGrp="1"/>
          </p:cNvSpPr>
          <p:nvPr>
            <p:ph type="dt" sz="half" idx="2"/>
          </p:nvPr>
        </p:nvSpPr>
        <p:spPr>
          <a:xfrm>
            <a:off x="1270863" y="6706800"/>
            <a:ext cx="1296000" cy="151200"/>
          </a:xfrm>
          <a:prstGeom prst="rect">
            <a:avLst/>
          </a:prstGeom>
        </p:spPr>
        <p:txBody>
          <a:bodyPr vert="horz" wrap="none" lIns="0" tIns="0" rIns="0" bIns="0" rtlCol="0" anchor="t" anchorCtr="0"/>
          <a:lstStyle>
            <a:lvl1pPr algn="l">
              <a:defRPr sz="800">
                <a:solidFill>
                  <a:srgbClr val="000000"/>
                </a:solidFill>
                <a:latin typeface="+mn-lt"/>
              </a:defRPr>
            </a:lvl1pPr>
          </a:lstStyle>
          <a:p>
            <a:fld id="{1A9FEB06-2EE4-4F06-B1BC-5831D497B1FF}" type="datetime4">
              <a:rPr lang="en-GB" smtClean="0"/>
              <a:t>23 October 2025</a:t>
            </a:fld>
            <a:endParaRPr lang="en-GB" dirty="0"/>
          </a:p>
        </p:txBody>
      </p:sp>
      <p:sp>
        <p:nvSpPr>
          <p:cNvPr id="10" name="Slide Number Placeholder 5">
            <a:extLst>
              <a:ext uri="{FF2B5EF4-FFF2-40B4-BE49-F238E27FC236}">
                <a16:creationId xmlns:a16="http://schemas.microsoft.com/office/drawing/2014/main" id="{2D9CD4A9-CDF3-4DD4-BB68-8566C9E3C95B}"/>
              </a:ext>
            </a:extLst>
          </p:cNvPr>
          <p:cNvSpPr>
            <a:spLocks noGrp="1"/>
          </p:cNvSpPr>
          <p:nvPr>
            <p:ph type="sldNum" sz="quarter" idx="4"/>
          </p:nvPr>
        </p:nvSpPr>
        <p:spPr>
          <a:xfrm>
            <a:off x="550863" y="6706800"/>
            <a:ext cx="505703" cy="151200"/>
          </a:xfrm>
          <a:prstGeom prst="rect">
            <a:avLst/>
          </a:prstGeom>
        </p:spPr>
        <p:txBody>
          <a:bodyPr vert="horz" wrap="none" lIns="0" tIns="0" rIns="0" bIns="0" rtlCol="0" anchor="t" anchorCtr="0"/>
          <a:lstStyle>
            <a:lvl1pPr algn="l">
              <a:defRPr sz="800">
                <a:solidFill>
                  <a:srgbClr val="000000"/>
                </a:solidFill>
                <a:latin typeface="+mn-lt"/>
              </a:defRPr>
            </a:lvl1pPr>
          </a:lstStyle>
          <a:p>
            <a:r>
              <a:rPr lang="en-GB" dirty="0"/>
              <a:t>Slide </a:t>
            </a:r>
            <a:fld id="{76334558-CCCF-4D1D-AE70-66F3BBA51340}" type="slidenum">
              <a:rPr lang="en-GB" smtClean="0"/>
              <a:pPr/>
              <a:t>‹#›</a:t>
            </a:fld>
            <a:endParaRPr lang="en-GB" dirty="0"/>
          </a:p>
        </p:txBody>
      </p:sp>
      <p:sp>
        <p:nvSpPr>
          <p:cNvPr id="3" name="Text Placeholder 2">
            <a:extLst>
              <a:ext uri="{FF2B5EF4-FFF2-40B4-BE49-F238E27FC236}">
                <a16:creationId xmlns:a16="http://schemas.microsoft.com/office/drawing/2014/main" id="{01BE51B1-BFD1-4AE9-8EFA-49D9BD1CEB4B}"/>
              </a:ext>
            </a:extLst>
          </p:cNvPr>
          <p:cNvSpPr>
            <a:spLocks noGrp="1"/>
          </p:cNvSpPr>
          <p:nvPr>
            <p:ph type="body" idx="1"/>
          </p:nvPr>
        </p:nvSpPr>
        <p:spPr>
          <a:xfrm>
            <a:off x="550863" y="1700213"/>
            <a:ext cx="11090275" cy="4617787"/>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5" name="TextBox 4">
            <a:extLst>
              <a:ext uri="{FF2B5EF4-FFF2-40B4-BE49-F238E27FC236}">
                <a16:creationId xmlns:a16="http://schemas.microsoft.com/office/drawing/2014/main" id="{4A5ECEDC-D0BA-5C3A-559C-8F0373D177B7}"/>
              </a:ext>
            </a:extLst>
          </p:cNvPr>
          <p:cNvSpPr txBox="1"/>
          <p:nvPr userDrawn="1">
            <p:extLst>
              <p:ext uri="{1162E1C5-73C7-4A58-AE30-91384D911F3F}">
                <p184:classification xmlns:p184="http://schemas.microsoft.com/office/powerpoint/2018/4/main" val="ftr"/>
              </p:ext>
            </p:extLst>
          </p:nvPr>
        </p:nvSpPr>
        <p:spPr>
          <a:xfrm>
            <a:off x="63500" y="6642100"/>
            <a:ext cx="1738313" cy="152400"/>
          </a:xfrm>
          <a:prstGeom prst="rect">
            <a:avLst/>
          </a:prstGeom>
        </p:spPr>
        <p:txBody>
          <a:bodyPr horzOverflow="overflow" lIns="0" tIns="0" rIns="0" bIns="0">
            <a:spAutoFit/>
          </a:bodyPr>
          <a:lstStyle/>
          <a:p>
            <a:pPr algn="l"/>
            <a:r>
              <a:rPr lang="en-US" sz="1000" dirty="0">
                <a:solidFill>
                  <a:srgbClr val="0000FE">
                    <a:alpha val="50000"/>
                  </a:srgbClr>
                </a:solidFill>
                <a:latin typeface="SKF Sans Office" pitchFamily="2" charset="0"/>
              </a:rPr>
              <a:t>Confidentiality: C2 – Internal </a:t>
            </a:r>
          </a:p>
        </p:txBody>
      </p:sp>
    </p:spTree>
    <p:extLst>
      <p:ext uri="{BB962C8B-B14F-4D97-AF65-F5344CB8AC3E}">
        <p14:creationId xmlns:p14="http://schemas.microsoft.com/office/powerpoint/2010/main" val="1619521525"/>
      </p:ext>
    </p:extLst>
  </p:cSld>
  <p:clrMap bg1="lt1" tx1="dk1" bg2="lt2" tx2="dk2" accent1="accent1" accent2="accent2" accent3="accent3" accent4="accent4" accent5="accent5" accent6="accent6" hlink="hlink" folHlink="folHlink"/>
  <p:sldLayoutIdLst>
    <p:sldLayoutId id="2147483661" r:id="rId1"/>
    <p:sldLayoutId id="2147483707" r:id="rId2"/>
    <p:sldLayoutId id="2147483715" r:id="rId3"/>
    <p:sldLayoutId id="2147483716" r:id="rId4"/>
    <p:sldLayoutId id="2147483662" r:id="rId5"/>
    <p:sldLayoutId id="2147483663" r:id="rId6"/>
    <p:sldLayoutId id="2147483702" r:id="rId7"/>
    <p:sldLayoutId id="2147483708" r:id="rId8"/>
    <p:sldLayoutId id="2147483665" r:id="rId9"/>
    <p:sldLayoutId id="2147483712" r:id="rId10"/>
    <p:sldLayoutId id="2147483704" r:id="rId11"/>
    <p:sldLayoutId id="2147483710" r:id="rId12"/>
    <p:sldLayoutId id="2147483709" r:id="rId13"/>
    <p:sldLayoutId id="2147483711" r:id="rId14"/>
    <p:sldLayoutId id="2147483668" r:id="rId15"/>
    <p:sldLayoutId id="2147483714" r:id="rId16"/>
    <p:sldLayoutId id="2147483705" r:id="rId17"/>
    <p:sldLayoutId id="2147483669" r:id="rId18"/>
    <p:sldLayoutId id="2147483674" r:id="rId19"/>
    <p:sldLayoutId id="2147483717" r:id="rId20"/>
    <p:sldLayoutId id="2147483718" r:id="rId21"/>
  </p:sldLayoutIdLst>
  <p:transition spd="med">
    <p:fade/>
  </p:transition>
  <p:hf sldNum="0" hdr="0" ftr="0" dt="0"/>
  <p:txStyles>
    <p:titleStyle>
      <a:lvl1pPr algn="l" defTabSz="914423" rtl="0" eaLnBrk="1" latinLnBrk="0" hangingPunct="1">
        <a:lnSpc>
          <a:spcPts val="3200"/>
        </a:lnSpc>
        <a:spcBef>
          <a:spcPct val="0"/>
        </a:spcBef>
        <a:buNone/>
        <a:defRPr lang="en-GB" sz="2800" kern="1200">
          <a:solidFill>
            <a:schemeClr val="tx1"/>
          </a:solidFill>
          <a:latin typeface="+mj-lt"/>
          <a:ea typeface="+mj-ea"/>
          <a:cs typeface="Calibri" panose="020F0502020204030204" pitchFamily="34" charset="0"/>
        </a:defRPr>
      </a:lvl1pPr>
    </p:titleStyle>
    <p:bodyStyle>
      <a:lvl1pPr marL="0" indent="0" algn="l" defTabSz="914423" rtl="0" eaLnBrk="1" latinLnBrk="0" hangingPunct="1">
        <a:lnSpc>
          <a:spcPct val="95000"/>
        </a:lnSpc>
        <a:spcBef>
          <a:spcPts val="1800"/>
        </a:spcBef>
        <a:buFont typeface="Arial" panose="020B0604020202020204" pitchFamily="34" charset="0"/>
        <a:buNone/>
        <a:defRPr lang="en-US" sz="2000" kern="1200" dirty="0">
          <a:solidFill>
            <a:schemeClr val="tx1"/>
          </a:solidFill>
          <a:latin typeface="+mn-lt"/>
          <a:ea typeface="+mn-ea"/>
          <a:cs typeface="+mn-cs"/>
        </a:defRPr>
      </a:lvl1pPr>
      <a:lvl2pPr marL="342000" indent="-342000" algn="l" defTabSz="914423" rtl="0" eaLnBrk="1" latinLnBrk="0" hangingPunct="1">
        <a:lnSpc>
          <a:spcPct val="95000"/>
        </a:lnSpc>
        <a:spcBef>
          <a:spcPts val="900"/>
        </a:spcBef>
        <a:buSzPct val="90000"/>
        <a:buFont typeface="Calibri Light" panose="020F0302020204030204" pitchFamily="34" charset="0"/>
        <a:buChar char="•"/>
        <a:tabLst>
          <a:tab pos="342000" algn="l"/>
        </a:tabLst>
        <a:defRPr lang="en-US" sz="2000" kern="1200" dirty="0">
          <a:solidFill>
            <a:schemeClr val="tx1"/>
          </a:solidFill>
          <a:latin typeface="+mn-lt"/>
          <a:ea typeface="+mn-ea"/>
          <a:cs typeface="Calibri Light" panose="020F0302020204030204" pitchFamily="34" charset="0"/>
        </a:defRPr>
      </a:lvl2pPr>
      <a:lvl3pPr marL="684000" indent="-342000" algn="l" defTabSz="914423" rtl="0" eaLnBrk="1" latinLnBrk="0" hangingPunct="1">
        <a:lnSpc>
          <a:spcPct val="95000"/>
        </a:lnSpc>
        <a:spcBef>
          <a:spcPts val="400"/>
        </a:spcBef>
        <a:buFont typeface="Calibri Light" panose="020F0302020204030204" pitchFamily="34" charset="0"/>
        <a:buChar char="–"/>
        <a:tabLst>
          <a:tab pos="684000" algn="l"/>
        </a:tabLst>
        <a:defRPr lang="en-US" sz="1800" kern="1200" dirty="0">
          <a:solidFill>
            <a:schemeClr val="tx1"/>
          </a:solidFill>
          <a:latin typeface="+mn-lt"/>
          <a:ea typeface="+mn-ea"/>
          <a:cs typeface="Calibri Light" panose="020F0302020204030204" pitchFamily="34" charset="0"/>
        </a:defRPr>
      </a:lvl3pPr>
      <a:lvl4pPr marL="1026000" indent="-342000" algn="l" defTabSz="914423" rtl="0" eaLnBrk="1" latinLnBrk="0" hangingPunct="1">
        <a:lnSpc>
          <a:spcPct val="95000"/>
        </a:lnSpc>
        <a:spcBef>
          <a:spcPts val="0"/>
        </a:spcBef>
        <a:buFont typeface="Calibri Light" panose="020F0302020204030204" pitchFamily="34" charset="0"/>
        <a:buChar char="–"/>
        <a:tabLst>
          <a:tab pos="1026000" algn="l"/>
        </a:tabLst>
        <a:defRPr lang="en-US" sz="1600" kern="1200" dirty="0">
          <a:solidFill>
            <a:schemeClr val="tx1"/>
          </a:solidFill>
          <a:latin typeface="+mn-lt"/>
          <a:ea typeface="+mn-ea"/>
          <a:cs typeface="Calibri Light" panose="020F0302020204030204" pitchFamily="34" charset="0"/>
        </a:defRPr>
      </a:lvl4pPr>
      <a:lvl5pPr marL="1368000" indent="-342000" algn="l" defTabSz="914423" rtl="0" eaLnBrk="1" latinLnBrk="0" hangingPunct="1">
        <a:lnSpc>
          <a:spcPct val="95000"/>
        </a:lnSpc>
        <a:spcBef>
          <a:spcPts val="0"/>
        </a:spcBef>
        <a:buFont typeface="Calibri Light" panose="020F0302020204030204" pitchFamily="34" charset="0"/>
        <a:buChar char="–"/>
        <a:tabLst>
          <a:tab pos="1368000" algn="l"/>
        </a:tabLst>
        <a:defRPr lang="en-GB" sz="1400" kern="1200" dirty="0">
          <a:solidFill>
            <a:schemeClr val="tx1"/>
          </a:solidFill>
          <a:latin typeface="+mn-lt"/>
          <a:ea typeface="+mn-ea"/>
          <a:cs typeface="Calibri Light" panose="020F0302020204030204" pitchFamily="34" charset="0"/>
        </a:defRPr>
      </a:lvl5pPr>
      <a:lvl6pPr marL="2514663"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4"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6"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4" algn="l" defTabSz="914423" rtl="0" eaLnBrk="1" latinLnBrk="0" hangingPunct="1">
        <a:defRPr sz="1800" kern="1200">
          <a:solidFill>
            <a:schemeClr val="tx1"/>
          </a:solidFill>
          <a:latin typeface="+mn-lt"/>
          <a:ea typeface="+mn-ea"/>
          <a:cs typeface="+mn-cs"/>
        </a:defRPr>
      </a:lvl4pPr>
      <a:lvl5pPr marL="1828846" algn="l" defTabSz="914423" rtl="0" eaLnBrk="1" latinLnBrk="0" hangingPunct="1">
        <a:defRPr sz="1800" kern="1200">
          <a:solidFill>
            <a:schemeClr val="tx1"/>
          </a:solidFill>
          <a:latin typeface="+mn-lt"/>
          <a:ea typeface="+mn-ea"/>
          <a:cs typeface="+mn-cs"/>
        </a:defRPr>
      </a:lvl5pPr>
      <a:lvl6pPr marL="2286057" algn="l" defTabSz="914423" rtl="0" eaLnBrk="1" latinLnBrk="0" hangingPunct="1">
        <a:defRPr sz="1800" kern="1200">
          <a:solidFill>
            <a:schemeClr val="tx1"/>
          </a:solidFill>
          <a:latin typeface="+mn-lt"/>
          <a:ea typeface="+mn-ea"/>
          <a:cs typeface="+mn-cs"/>
        </a:defRPr>
      </a:lvl6pPr>
      <a:lvl7pPr marL="2743269"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1" algn="l" defTabSz="91442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34" userDrawn="1">
          <p15:clr>
            <a:srgbClr val="F26B43"/>
          </p15:clr>
        </p15:guide>
        <p15:guide id="3" pos="347" userDrawn="1">
          <p15:clr>
            <a:srgbClr val="F26B43"/>
          </p15:clr>
        </p15:guide>
        <p15:guide id="4" pos="7333" userDrawn="1">
          <p15:clr>
            <a:srgbClr val="F26B43"/>
          </p15:clr>
        </p15:guide>
        <p15:guide id="9" orient="horz" pos="1071" userDrawn="1">
          <p15:clr>
            <a:srgbClr val="F26B43"/>
          </p15:clr>
        </p15:guide>
        <p15:guide id="10" orient="horz" pos="398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17.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0.xml"/><Relationship Id="rId5" Type="http://schemas.openxmlformats.org/officeDocument/2006/relationships/image" Target="../media/image22.jpe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0FA9F-8220-EA3C-2A24-DFB2725DFE52}"/>
              </a:ext>
            </a:extLst>
          </p:cNvPr>
          <p:cNvSpPr>
            <a:spLocks noGrp="1"/>
          </p:cNvSpPr>
          <p:nvPr>
            <p:ph type="ctrTitle"/>
          </p:nvPr>
        </p:nvSpPr>
        <p:spPr>
          <a:xfrm>
            <a:off x="4259263" y="2508250"/>
            <a:ext cx="7731632" cy="554675"/>
          </a:xfrm>
        </p:spPr>
        <p:txBody>
          <a:bodyPr/>
          <a:lstStyle/>
          <a:p>
            <a:r>
              <a:rPr lang="en-US" dirty="0"/>
              <a:t>BEE – Control Board Requirements v1.6</a:t>
            </a:r>
          </a:p>
        </p:txBody>
      </p:sp>
      <p:sp>
        <p:nvSpPr>
          <p:cNvPr id="3" name="Text Placeholder 2">
            <a:extLst>
              <a:ext uri="{FF2B5EF4-FFF2-40B4-BE49-F238E27FC236}">
                <a16:creationId xmlns:a16="http://schemas.microsoft.com/office/drawing/2014/main" id="{781EBACC-B40D-DED2-8E04-C6292D75577A}"/>
              </a:ext>
            </a:extLst>
          </p:cNvPr>
          <p:cNvSpPr>
            <a:spLocks noGrp="1"/>
          </p:cNvSpPr>
          <p:nvPr>
            <p:ph type="body" sz="quarter" idx="10"/>
          </p:nvPr>
        </p:nvSpPr>
        <p:spPr/>
        <p:txBody>
          <a:bodyPr/>
          <a:lstStyle/>
          <a:p>
            <a:r>
              <a:rPr lang="en-US" dirty="0"/>
              <a:t>17 October 2025</a:t>
            </a:r>
          </a:p>
        </p:txBody>
      </p:sp>
    </p:spTree>
    <p:extLst>
      <p:ext uri="{BB962C8B-B14F-4D97-AF65-F5344CB8AC3E}">
        <p14:creationId xmlns:p14="http://schemas.microsoft.com/office/powerpoint/2010/main" val="3905098546"/>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1B88B-076E-0CF1-8CF9-B613BF6CFE3C}"/>
              </a:ext>
            </a:extLst>
          </p:cNvPr>
          <p:cNvSpPr>
            <a:spLocks noGrp="1"/>
          </p:cNvSpPr>
          <p:nvPr>
            <p:ph type="title"/>
          </p:nvPr>
        </p:nvSpPr>
        <p:spPr/>
        <p:txBody>
          <a:bodyPr/>
          <a:lstStyle/>
          <a:p>
            <a:r>
              <a:rPr lang="en-US" dirty="0"/>
              <a:t>BEE – Background and Project Objective</a:t>
            </a:r>
          </a:p>
        </p:txBody>
      </p:sp>
      <p:sp>
        <p:nvSpPr>
          <p:cNvPr id="5" name="TextBox 4">
            <a:extLst>
              <a:ext uri="{FF2B5EF4-FFF2-40B4-BE49-F238E27FC236}">
                <a16:creationId xmlns:a16="http://schemas.microsoft.com/office/drawing/2014/main" id="{1DD22063-14DC-8E4A-C810-D69F3E4ADACB}"/>
              </a:ext>
            </a:extLst>
          </p:cNvPr>
          <p:cNvSpPr txBox="1"/>
          <p:nvPr/>
        </p:nvSpPr>
        <p:spPr>
          <a:xfrm>
            <a:off x="484188" y="1504932"/>
            <a:ext cx="9188778" cy="2800767"/>
          </a:xfrm>
          <a:prstGeom prst="rect">
            <a:avLst/>
          </a:prstGeom>
          <a:noFill/>
        </p:spPr>
        <p:txBody>
          <a:bodyPr wrap="square">
            <a:spAutoFit/>
          </a:bodyPr>
          <a:lstStyle/>
          <a:p>
            <a:pPr>
              <a:spcAft>
                <a:spcPts val="0"/>
              </a:spcAft>
            </a:pPr>
            <a:r>
              <a:rPr lang="en-US" sz="1600" b="0" noProof="0" dirty="0">
                <a:solidFill>
                  <a:schemeClr val="tx1"/>
                </a:solidFill>
                <a:effectLst/>
                <a:ea typeface="Times New Roman" panose="02020603050405020304" pitchFamily="18" charset="0"/>
                <a:cs typeface="Calibri" panose="020F0502020204030204" pitchFamily="34" charset="0"/>
              </a:rPr>
              <a:t>In industrial applications lower lubricant concentrations are becoming more and more crucial. The increasing amount of automation in production, along with the number of small assembly and handling stages and the development of machines and components that require less lubrication, are the causes. Therefore, multi outlet compact lubrication system has huge potential.</a:t>
            </a:r>
          </a:p>
          <a:p>
            <a:pPr>
              <a:spcAft>
                <a:spcPts val="0"/>
              </a:spcAft>
            </a:pPr>
            <a:endParaRPr lang="en-US" sz="1600" dirty="0">
              <a:ea typeface="Times New Roman" panose="02020603050405020304" pitchFamily="18" charset="0"/>
              <a:cs typeface="Calibri" panose="020F0502020204030204" pitchFamily="34" charset="0"/>
            </a:endParaRPr>
          </a:p>
          <a:p>
            <a:pPr>
              <a:spcAft>
                <a:spcPts val="0"/>
              </a:spcAft>
            </a:pPr>
            <a:endParaRPr lang="en-US" sz="1600" b="0" noProof="0" dirty="0">
              <a:solidFill>
                <a:schemeClr val="tx1"/>
              </a:solidFill>
              <a:effectLst/>
              <a:ea typeface="Times New Roman" panose="02020603050405020304" pitchFamily="18" charset="0"/>
              <a:cs typeface="Calibri" panose="020F0502020204030204" pitchFamily="34" charset="0"/>
            </a:endParaRPr>
          </a:p>
          <a:p>
            <a:r>
              <a:rPr lang="en-US" sz="1600" b="0" i="0" u="none" strike="noStrike" kern="1200" baseline="0" dirty="0">
                <a:solidFill>
                  <a:schemeClr val="tx1"/>
                </a:solidFill>
                <a:effectLst/>
                <a:ea typeface="+mn-ea"/>
                <a:cs typeface="Calibri" panose="020F0502020204030204" pitchFamily="34" charset="0"/>
              </a:rPr>
              <a:t>The objective is it to develop a small pump with up to 6 outlets that can be either directly connected or used in small ALS. A cable as well as battery version must be realized. A cartridge interface module in the pump shall ensure compatibility with different cartridge systems. To be competitive in future, a connectivity module will be necessary in a later version of the pump. </a:t>
            </a:r>
          </a:p>
        </p:txBody>
      </p:sp>
      <p:sp>
        <p:nvSpPr>
          <p:cNvPr id="4" name="Rectangle: Rounded Corners 3">
            <a:extLst>
              <a:ext uri="{FF2B5EF4-FFF2-40B4-BE49-F238E27FC236}">
                <a16:creationId xmlns:a16="http://schemas.microsoft.com/office/drawing/2014/main" id="{44B5B12A-7EC7-0F4E-5334-DCBB3FB82B17}"/>
              </a:ext>
            </a:extLst>
          </p:cNvPr>
          <p:cNvSpPr/>
          <p:nvPr/>
        </p:nvSpPr>
        <p:spPr>
          <a:xfrm>
            <a:off x="319294" y="1389065"/>
            <a:ext cx="9651915" cy="2478505"/>
          </a:xfrm>
          <a:prstGeom prst="roundRect">
            <a:avLst/>
          </a:prstGeom>
          <a:noFill/>
          <a:ln w="53975"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2000" dirty="0"/>
          </a:p>
        </p:txBody>
      </p:sp>
    </p:spTree>
    <p:extLst>
      <p:ext uri="{BB962C8B-B14F-4D97-AF65-F5344CB8AC3E}">
        <p14:creationId xmlns:p14="http://schemas.microsoft.com/office/powerpoint/2010/main" val="2118401424"/>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89094-F900-828E-B41E-11A7B46FC488}"/>
              </a:ext>
            </a:extLst>
          </p:cNvPr>
          <p:cNvSpPr>
            <a:spLocks noGrp="1"/>
          </p:cNvSpPr>
          <p:nvPr>
            <p:ph type="title"/>
          </p:nvPr>
        </p:nvSpPr>
        <p:spPr/>
        <p:txBody>
          <a:bodyPr/>
          <a:lstStyle/>
          <a:p>
            <a:r>
              <a:rPr lang="en-US" dirty="0"/>
              <a:t>BEE – Control Board Requirements</a:t>
            </a:r>
          </a:p>
        </p:txBody>
      </p:sp>
      <p:pic>
        <p:nvPicPr>
          <p:cNvPr id="4" name="Picture 3">
            <a:extLst>
              <a:ext uri="{FF2B5EF4-FFF2-40B4-BE49-F238E27FC236}">
                <a16:creationId xmlns:a16="http://schemas.microsoft.com/office/drawing/2014/main" id="{453528A8-E083-1C04-74DC-5AD798F722E1}"/>
              </a:ext>
            </a:extLst>
          </p:cNvPr>
          <p:cNvPicPr>
            <a:picLocks noChangeAspect="1"/>
          </p:cNvPicPr>
          <p:nvPr/>
        </p:nvPicPr>
        <p:blipFill>
          <a:blip r:embed="rId3"/>
          <a:stretch>
            <a:fillRect/>
          </a:stretch>
        </p:blipFill>
        <p:spPr>
          <a:xfrm>
            <a:off x="1513835" y="1232972"/>
            <a:ext cx="9164329" cy="5315692"/>
          </a:xfrm>
          <a:prstGeom prst="rect">
            <a:avLst/>
          </a:prstGeom>
        </p:spPr>
      </p:pic>
    </p:spTree>
    <p:extLst>
      <p:ext uri="{BB962C8B-B14F-4D97-AF65-F5344CB8AC3E}">
        <p14:creationId xmlns:p14="http://schemas.microsoft.com/office/powerpoint/2010/main" val="2034557610"/>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89094-F900-828E-B41E-11A7B46FC488}"/>
              </a:ext>
            </a:extLst>
          </p:cNvPr>
          <p:cNvSpPr>
            <a:spLocks noGrp="1"/>
          </p:cNvSpPr>
          <p:nvPr>
            <p:ph type="title"/>
          </p:nvPr>
        </p:nvSpPr>
        <p:spPr/>
        <p:txBody>
          <a:bodyPr/>
          <a:lstStyle/>
          <a:p>
            <a:r>
              <a:rPr lang="en-US" dirty="0"/>
              <a:t>BEE – Control Board Requirements</a:t>
            </a:r>
          </a:p>
        </p:txBody>
      </p:sp>
      <p:graphicFrame>
        <p:nvGraphicFramePr>
          <p:cNvPr id="4" name="Table 3">
            <a:extLst>
              <a:ext uri="{FF2B5EF4-FFF2-40B4-BE49-F238E27FC236}">
                <a16:creationId xmlns:a16="http://schemas.microsoft.com/office/drawing/2014/main" id="{3091D0D0-A708-1CB1-0819-F30FF1DEF3A3}"/>
              </a:ext>
            </a:extLst>
          </p:cNvPr>
          <p:cNvGraphicFramePr>
            <a:graphicFrameLocks noGrp="1"/>
          </p:cNvGraphicFramePr>
          <p:nvPr>
            <p:extLst>
              <p:ext uri="{D42A27DB-BD31-4B8C-83A1-F6EECF244321}">
                <p14:modId xmlns:p14="http://schemas.microsoft.com/office/powerpoint/2010/main" val="2543497719"/>
              </p:ext>
            </p:extLst>
          </p:nvPr>
        </p:nvGraphicFramePr>
        <p:xfrm>
          <a:off x="550863" y="982065"/>
          <a:ext cx="9312984" cy="5864360"/>
        </p:xfrm>
        <a:graphic>
          <a:graphicData uri="http://schemas.openxmlformats.org/drawingml/2006/table">
            <a:tbl>
              <a:tblPr firstRow="1" bandRow="1">
                <a:tableStyleId>{46F890A9-2807-4EBB-B81D-B2AA78EC7F39}</a:tableStyleId>
              </a:tblPr>
              <a:tblGrid>
                <a:gridCol w="4655149">
                  <a:extLst>
                    <a:ext uri="{9D8B030D-6E8A-4147-A177-3AD203B41FA5}">
                      <a16:colId xmlns:a16="http://schemas.microsoft.com/office/drawing/2014/main" val="525371316"/>
                    </a:ext>
                  </a:extLst>
                </a:gridCol>
                <a:gridCol w="4657835">
                  <a:extLst>
                    <a:ext uri="{9D8B030D-6E8A-4147-A177-3AD203B41FA5}">
                      <a16:colId xmlns:a16="http://schemas.microsoft.com/office/drawing/2014/main" val="3147646170"/>
                    </a:ext>
                  </a:extLst>
                </a:gridCol>
              </a:tblGrid>
              <a:tr h="417445">
                <a:tc>
                  <a:txBody>
                    <a:bodyPr/>
                    <a:lstStyle/>
                    <a:p>
                      <a:pPr algn="ctr"/>
                      <a:r>
                        <a:rPr lang="en-US" sz="1200" b="1" dirty="0"/>
                        <a:t>Specifications</a:t>
                      </a:r>
                      <a:endParaRPr lang="en-US" sz="1200" b="1" dirty="0">
                        <a:latin typeface="+mn-lt"/>
                      </a:endParaRPr>
                    </a:p>
                  </a:txBody>
                  <a:tcPr anchor="ctr">
                    <a:lnR w="6350" cap="flat" cmpd="sng" algn="ctr">
                      <a:solidFill>
                        <a:schemeClr val="bg1"/>
                      </a:solidFill>
                      <a:prstDash val="solid"/>
                      <a:round/>
                      <a:headEnd type="none" w="med" len="med"/>
                      <a:tailEnd type="none" w="med" len="med"/>
                    </a:lnR>
                  </a:tcPr>
                </a:tc>
                <a:tc>
                  <a:txBody>
                    <a:bodyPr/>
                    <a:lstStyle/>
                    <a:p>
                      <a:pPr algn="ctr"/>
                      <a:r>
                        <a:rPr lang="en-US" sz="1200" dirty="0"/>
                        <a:t>Basic Direct Connection</a:t>
                      </a:r>
                      <a:endParaRPr lang="en-US" sz="1200" dirty="0">
                        <a:solidFill>
                          <a:srgbClr val="00B050"/>
                        </a:solidFill>
                        <a:latin typeface="+mn-lt"/>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4172526422"/>
                  </a:ext>
                </a:extLst>
              </a:tr>
              <a:tr h="220573">
                <a:tc>
                  <a:txBody>
                    <a:bodyPr/>
                    <a:lstStyle/>
                    <a:p>
                      <a:pPr marL="0" marR="0" algn="ctr">
                        <a:lnSpc>
                          <a:spcPct val="150000"/>
                        </a:lnSpc>
                        <a:spcBef>
                          <a:spcPts val="0"/>
                        </a:spcBef>
                        <a:spcAft>
                          <a:spcPts val="0"/>
                        </a:spcAft>
                      </a:pPr>
                      <a:r>
                        <a:rPr lang="en-US" sz="1200" dirty="0">
                          <a:effectLst/>
                        </a:rPr>
                        <a:t>Rated Voltage</a:t>
                      </a:r>
                      <a:endParaRPr lang="en-US" sz="1200" dirty="0">
                        <a:effectLst/>
                        <a:latin typeface="+mn-lt"/>
                        <a:ea typeface="Aptos" panose="020B0004020202020204" pitchFamily="34" charset="0"/>
                      </a:endParaRPr>
                    </a:p>
                  </a:txBody>
                  <a:tcPr marL="68580" marR="68580" marT="0" marB="0" anchor="ctr">
                    <a:lnR w="6350" cap="flat" cmpd="sng" algn="ctr">
                      <a:solidFill>
                        <a:schemeClr val="bg1"/>
                      </a:solidFill>
                      <a:prstDash val="solid"/>
                      <a:round/>
                      <a:headEnd type="none" w="med" len="med"/>
                      <a:tailEnd type="none" w="med" len="med"/>
                    </a:lnR>
                  </a:tcPr>
                </a:tc>
                <a:tc>
                  <a:txBody>
                    <a:bodyPr/>
                    <a:lstStyle/>
                    <a:p>
                      <a:pPr marL="0" marR="0" algn="ctr">
                        <a:lnSpc>
                          <a:spcPct val="150000"/>
                        </a:lnSpc>
                        <a:spcBef>
                          <a:spcPts val="0"/>
                        </a:spcBef>
                        <a:spcAft>
                          <a:spcPts val="0"/>
                        </a:spcAft>
                      </a:pPr>
                      <a:r>
                        <a:rPr lang="en-US" sz="1200" dirty="0">
                          <a:effectLst/>
                        </a:rPr>
                        <a:t>24 VDC</a:t>
                      </a:r>
                      <a:endParaRPr lang="en-US" sz="1200" dirty="0">
                        <a:effectLst/>
                        <a:latin typeface="+mn-lt"/>
                        <a:ea typeface="Aptos" panose="020B0004020202020204" pitchFamily="34" charset="0"/>
                      </a:endParaRPr>
                    </a:p>
                  </a:txBody>
                  <a:tcPr marL="68580" marR="6858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261552764"/>
                  </a:ext>
                </a:extLst>
              </a:tr>
              <a:tr h="189128">
                <a:tc>
                  <a:txBody>
                    <a:bodyPr/>
                    <a:lstStyle/>
                    <a:p>
                      <a:pPr marL="0" marR="0" algn="ctr">
                        <a:lnSpc>
                          <a:spcPct val="150000"/>
                        </a:lnSpc>
                        <a:spcBef>
                          <a:spcPts val="0"/>
                        </a:spcBef>
                        <a:spcAft>
                          <a:spcPts val="0"/>
                        </a:spcAft>
                      </a:pPr>
                      <a:r>
                        <a:rPr lang="en-US" sz="1200" dirty="0">
                          <a:effectLst/>
                        </a:rPr>
                        <a:t>Operating Voltage</a:t>
                      </a:r>
                      <a:endParaRPr lang="en-US" sz="1200" dirty="0">
                        <a:effectLst/>
                        <a:latin typeface="+mn-lt"/>
                        <a:ea typeface="Aptos" panose="020B0004020202020204" pitchFamily="34" charset="0"/>
                      </a:endParaRPr>
                    </a:p>
                  </a:txBody>
                  <a:tcPr marL="68580" marR="68580" marT="0" marB="0" anchor="ctr">
                    <a:lnR w="6350" cap="flat" cmpd="sng" algn="ctr">
                      <a:solidFill>
                        <a:schemeClr val="bg1"/>
                      </a:solidFill>
                      <a:prstDash val="solid"/>
                      <a:round/>
                      <a:headEnd type="none" w="med" len="med"/>
                      <a:tailEnd type="none" w="med" len="med"/>
                    </a:lnR>
                  </a:tcPr>
                </a:tc>
                <a:tc>
                  <a:txBody>
                    <a:bodyPr/>
                    <a:lstStyle/>
                    <a:p>
                      <a:pPr marL="0" marR="0" algn="ctr">
                        <a:lnSpc>
                          <a:spcPct val="150000"/>
                        </a:lnSpc>
                        <a:spcBef>
                          <a:spcPts val="0"/>
                        </a:spcBef>
                        <a:spcAft>
                          <a:spcPts val="0"/>
                        </a:spcAft>
                      </a:pPr>
                      <a:r>
                        <a:rPr lang="en-US" sz="1200" dirty="0">
                          <a:effectLst/>
                        </a:rPr>
                        <a:t>24V DC (24 – 32V)</a:t>
                      </a:r>
                      <a:endParaRPr lang="en-US" sz="1200" dirty="0">
                        <a:effectLst/>
                        <a:latin typeface="+mn-lt"/>
                        <a:ea typeface="Aptos" panose="020B0004020202020204" pitchFamily="34" charset="0"/>
                      </a:endParaRPr>
                    </a:p>
                  </a:txBody>
                  <a:tcPr marL="68580" marR="6858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2454523742"/>
                  </a:ext>
                </a:extLst>
              </a:tr>
              <a:tr h="321112">
                <a:tc>
                  <a:txBody>
                    <a:bodyPr/>
                    <a:lstStyle/>
                    <a:p>
                      <a:pPr marL="0" marR="0" algn="ctr">
                        <a:lnSpc>
                          <a:spcPct val="150000"/>
                        </a:lnSpc>
                        <a:spcBef>
                          <a:spcPts val="0"/>
                        </a:spcBef>
                        <a:spcAft>
                          <a:spcPts val="0"/>
                        </a:spcAft>
                      </a:pPr>
                      <a:r>
                        <a:rPr lang="en-US" sz="1200" dirty="0">
                          <a:solidFill>
                            <a:srgbClr val="000000"/>
                          </a:solidFill>
                          <a:effectLst/>
                        </a:rPr>
                        <a:t>Control Type</a:t>
                      </a:r>
                      <a:endParaRPr lang="en-US" sz="1200" dirty="0">
                        <a:effectLst/>
                        <a:latin typeface="+mn-lt"/>
                        <a:ea typeface="Aptos" panose="020B0004020202020204" pitchFamily="34" charset="0"/>
                      </a:endParaRPr>
                    </a:p>
                  </a:txBody>
                  <a:tcPr marL="68580" marR="68580" marT="0" marB="0" anchor="ctr">
                    <a:lnR w="6350" cap="flat" cmpd="sng" algn="ctr">
                      <a:solidFill>
                        <a:schemeClr val="bg1"/>
                      </a:solidFill>
                      <a:prstDash val="solid"/>
                      <a:round/>
                      <a:headEnd type="none" w="med" len="med"/>
                      <a:tailEnd type="none" w="med" len="med"/>
                    </a:lnR>
                  </a:tcPr>
                </a:tc>
                <a:tc>
                  <a:txBody>
                    <a:bodyPr/>
                    <a:lstStyle/>
                    <a:p>
                      <a:pPr marL="0" marR="0" algn="ctr">
                        <a:lnSpc>
                          <a:spcPct val="150000"/>
                        </a:lnSpc>
                        <a:spcBef>
                          <a:spcPts val="0"/>
                        </a:spcBef>
                        <a:spcAft>
                          <a:spcPts val="0"/>
                        </a:spcAft>
                      </a:pPr>
                      <a:r>
                        <a:rPr lang="en-US" sz="1200" dirty="0">
                          <a:solidFill>
                            <a:srgbClr val="000000"/>
                          </a:solidFill>
                          <a:effectLst/>
                        </a:rPr>
                        <a:t>Microcontroller or controlled by external PLC</a:t>
                      </a:r>
                      <a:endParaRPr lang="en-US" sz="1200" dirty="0">
                        <a:effectLst/>
                        <a:latin typeface="+mn-lt"/>
                        <a:ea typeface="Aptos" panose="020B0004020202020204" pitchFamily="34" charset="0"/>
                      </a:endParaRPr>
                    </a:p>
                  </a:txBody>
                  <a:tcPr marL="68580" marR="6858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2265162014"/>
                  </a:ext>
                </a:extLst>
              </a:tr>
              <a:tr h="211341">
                <a:tc>
                  <a:txBody>
                    <a:bodyPr/>
                    <a:lstStyle/>
                    <a:p>
                      <a:pPr marL="0" marR="0" algn="ctr">
                        <a:lnSpc>
                          <a:spcPct val="150000"/>
                        </a:lnSpc>
                        <a:spcBef>
                          <a:spcPts val="0"/>
                        </a:spcBef>
                        <a:spcAft>
                          <a:spcPts val="0"/>
                        </a:spcAft>
                      </a:pPr>
                      <a:r>
                        <a:rPr lang="en-US" sz="1200" dirty="0">
                          <a:solidFill>
                            <a:srgbClr val="000000"/>
                          </a:solidFill>
                          <a:effectLst/>
                        </a:rPr>
                        <a:t>Keypad</a:t>
                      </a:r>
                      <a:endParaRPr lang="en-US" sz="1200" dirty="0">
                        <a:effectLst/>
                        <a:latin typeface="+mn-lt"/>
                        <a:ea typeface="Aptos" panose="020B0004020202020204" pitchFamily="34" charset="0"/>
                      </a:endParaRPr>
                    </a:p>
                  </a:txBody>
                  <a:tcPr marL="68580" marR="68580" marT="0" marB="0" anchor="ctr">
                    <a:lnR w="6350" cap="flat" cmpd="sng" algn="ctr">
                      <a:solidFill>
                        <a:schemeClr val="bg1"/>
                      </a:solidFill>
                      <a:prstDash val="solid"/>
                      <a:round/>
                      <a:headEnd type="none" w="med" len="med"/>
                      <a:tailEnd type="none" w="med" len="med"/>
                    </a:lnR>
                  </a:tcPr>
                </a:tc>
                <a:tc>
                  <a:txBody>
                    <a:bodyPr/>
                    <a:lstStyle/>
                    <a:p>
                      <a:pPr marL="0" marR="0" algn="ctr">
                        <a:lnSpc>
                          <a:spcPct val="150000"/>
                        </a:lnSpc>
                        <a:spcBef>
                          <a:spcPts val="0"/>
                        </a:spcBef>
                        <a:spcAft>
                          <a:spcPts val="0"/>
                        </a:spcAft>
                      </a:pPr>
                      <a:r>
                        <a:rPr lang="en-US" sz="1200" dirty="0">
                          <a:solidFill>
                            <a:srgbClr val="000000"/>
                          </a:solidFill>
                          <a:effectLst/>
                          <a:latin typeface="+mn-lt"/>
                          <a:ea typeface="Aptos" panose="020B0004020202020204" pitchFamily="34" charset="0"/>
                        </a:rPr>
                        <a:t>Membrane Keypad</a:t>
                      </a:r>
                      <a:endParaRPr lang="en-US" sz="1200" dirty="0">
                        <a:effectLst/>
                        <a:latin typeface="+mn-lt"/>
                        <a:ea typeface="Aptos" panose="020B0004020202020204" pitchFamily="34" charset="0"/>
                      </a:endParaRPr>
                    </a:p>
                  </a:txBody>
                  <a:tcPr marL="68580" marR="6858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3366363134"/>
                  </a:ext>
                </a:extLst>
              </a:tr>
              <a:tr h="182374">
                <a:tc>
                  <a:txBody>
                    <a:bodyPr/>
                    <a:lstStyle/>
                    <a:p>
                      <a:pPr marL="0" marR="0" algn="ctr">
                        <a:lnSpc>
                          <a:spcPct val="150000"/>
                        </a:lnSpc>
                        <a:spcBef>
                          <a:spcPts val="0"/>
                        </a:spcBef>
                        <a:spcAft>
                          <a:spcPts val="0"/>
                        </a:spcAft>
                      </a:pPr>
                      <a:r>
                        <a:rPr lang="en-US" sz="1200" dirty="0">
                          <a:solidFill>
                            <a:srgbClr val="000000"/>
                          </a:solidFill>
                          <a:effectLst/>
                        </a:rPr>
                        <a:t>Display</a:t>
                      </a:r>
                      <a:endParaRPr lang="en-US" sz="1200" dirty="0">
                        <a:effectLst/>
                        <a:latin typeface="+mn-lt"/>
                        <a:ea typeface="Aptos" panose="020B0004020202020204" pitchFamily="34" charset="0"/>
                      </a:endParaRPr>
                    </a:p>
                  </a:txBody>
                  <a:tcPr marL="68580" marR="68580" marT="0" marB="0" anchor="ctr">
                    <a:lnR w="6350" cap="flat" cmpd="sng" algn="ctr">
                      <a:solidFill>
                        <a:schemeClr val="bg1"/>
                      </a:solidFill>
                      <a:prstDash val="solid"/>
                      <a:round/>
                      <a:headEnd type="none" w="med" len="med"/>
                      <a:tailEnd type="none" w="med" len="med"/>
                    </a:lnR>
                  </a:tcPr>
                </a:tc>
                <a:tc>
                  <a:txBody>
                    <a:bodyPr/>
                    <a:lstStyle/>
                    <a:p>
                      <a:pPr marL="0" marR="0" algn="ctr">
                        <a:lnSpc>
                          <a:spcPct val="150000"/>
                        </a:lnSpc>
                        <a:spcBef>
                          <a:spcPts val="0"/>
                        </a:spcBef>
                        <a:spcAft>
                          <a:spcPts val="0"/>
                        </a:spcAft>
                      </a:pPr>
                      <a:r>
                        <a:rPr lang="en-US" sz="1200" dirty="0">
                          <a:solidFill>
                            <a:srgbClr val="000000"/>
                          </a:solidFill>
                          <a:effectLst/>
                        </a:rPr>
                        <a:t>LCD / OLED</a:t>
                      </a:r>
                      <a:endParaRPr lang="en-US" sz="1200" dirty="0">
                        <a:effectLst/>
                        <a:latin typeface="+mn-lt"/>
                        <a:ea typeface="Aptos" panose="020B0004020202020204" pitchFamily="34" charset="0"/>
                      </a:endParaRPr>
                    </a:p>
                  </a:txBody>
                  <a:tcPr marL="68580" marR="6858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455515698"/>
                  </a:ext>
                </a:extLst>
              </a:tr>
              <a:tr h="175618">
                <a:tc>
                  <a:txBody>
                    <a:bodyPr/>
                    <a:lstStyle/>
                    <a:p>
                      <a:pPr marL="0" marR="0" algn="ctr">
                        <a:lnSpc>
                          <a:spcPct val="150000"/>
                        </a:lnSpc>
                        <a:spcBef>
                          <a:spcPts val="0"/>
                        </a:spcBef>
                        <a:spcAft>
                          <a:spcPts val="0"/>
                        </a:spcAft>
                      </a:pPr>
                      <a:r>
                        <a:rPr lang="en-US" sz="1200" dirty="0">
                          <a:solidFill>
                            <a:srgbClr val="000000"/>
                          </a:solidFill>
                          <a:effectLst/>
                        </a:rPr>
                        <a:t>Led's</a:t>
                      </a:r>
                      <a:endParaRPr lang="en-US" sz="1200" dirty="0">
                        <a:effectLst/>
                        <a:latin typeface="+mn-lt"/>
                        <a:ea typeface="Aptos" panose="020B0004020202020204" pitchFamily="34" charset="0"/>
                      </a:endParaRPr>
                    </a:p>
                  </a:txBody>
                  <a:tcPr marL="68580" marR="68580" marT="0" marB="0" anchor="ctr">
                    <a:lnR w="6350" cap="flat" cmpd="sng" algn="ctr">
                      <a:solidFill>
                        <a:schemeClr val="bg1"/>
                      </a:solidFill>
                      <a:prstDash val="solid"/>
                      <a:round/>
                      <a:headEnd type="none" w="med" len="med"/>
                      <a:tailEnd type="none" w="med" len="med"/>
                    </a:lnR>
                  </a:tcPr>
                </a:tc>
                <a:tc>
                  <a:txBody>
                    <a:bodyPr/>
                    <a:lstStyle/>
                    <a:p>
                      <a:pPr marL="0" marR="0" algn="ctr">
                        <a:lnSpc>
                          <a:spcPct val="150000"/>
                        </a:lnSpc>
                        <a:spcBef>
                          <a:spcPts val="0"/>
                        </a:spcBef>
                        <a:spcAft>
                          <a:spcPts val="0"/>
                        </a:spcAft>
                      </a:pPr>
                      <a:r>
                        <a:rPr lang="en-US" sz="1200" dirty="0">
                          <a:solidFill>
                            <a:srgbClr val="000000"/>
                          </a:solidFill>
                          <a:effectLst/>
                        </a:rPr>
                        <a:t>Status Indication (On the Membrane Keypad)</a:t>
                      </a:r>
                      <a:endParaRPr lang="en-US" sz="1200" dirty="0">
                        <a:effectLst/>
                        <a:latin typeface="+mn-lt"/>
                        <a:ea typeface="Aptos" panose="020B0004020202020204" pitchFamily="34" charset="0"/>
                      </a:endParaRPr>
                    </a:p>
                  </a:txBody>
                  <a:tcPr marL="68580" marR="6858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943582109"/>
                  </a:ext>
                </a:extLst>
              </a:tr>
              <a:tr h="208538">
                <a:tc>
                  <a:txBody>
                    <a:bodyPr/>
                    <a:lstStyle/>
                    <a:p>
                      <a:pPr marL="0" marR="0" algn="ctr">
                        <a:lnSpc>
                          <a:spcPct val="150000"/>
                        </a:lnSpc>
                        <a:spcBef>
                          <a:spcPts val="0"/>
                        </a:spcBef>
                        <a:spcAft>
                          <a:spcPts val="0"/>
                        </a:spcAft>
                      </a:pPr>
                      <a:r>
                        <a:rPr lang="en-US" sz="1200" dirty="0">
                          <a:solidFill>
                            <a:srgbClr val="000000"/>
                          </a:solidFill>
                          <a:effectLst/>
                        </a:rPr>
                        <a:t>Connectors</a:t>
                      </a:r>
                      <a:endParaRPr lang="en-US" sz="1200" dirty="0">
                        <a:effectLst/>
                        <a:latin typeface="+mn-lt"/>
                        <a:ea typeface="Aptos" panose="020B0004020202020204" pitchFamily="34" charset="0"/>
                      </a:endParaRPr>
                    </a:p>
                  </a:txBody>
                  <a:tcPr marL="68580" marR="68580" marT="0" marB="0" anchor="ctr">
                    <a:lnR w="6350" cap="flat" cmpd="sng" algn="ctr">
                      <a:solidFill>
                        <a:schemeClr val="bg1"/>
                      </a:solidFill>
                      <a:prstDash val="solid"/>
                      <a:round/>
                      <a:headEnd type="none" w="med" len="med"/>
                      <a:tailEnd type="none" w="med" len="med"/>
                    </a:lnR>
                  </a:tcPr>
                </a:tc>
                <a:tc>
                  <a:txBody>
                    <a:bodyPr/>
                    <a:lstStyle/>
                    <a:p>
                      <a:pPr marL="0" marR="0" algn="ctr">
                        <a:lnSpc>
                          <a:spcPct val="150000"/>
                        </a:lnSpc>
                        <a:spcBef>
                          <a:spcPts val="0"/>
                        </a:spcBef>
                        <a:spcAft>
                          <a:spcPts val="0"/>
                        </a:spcAft>
                      </a:pPr>
                      <a:r>
                        <a:rPr lang="en-US" sz="1200" dirty="0">
                          <a:solidFill>
                            <a:srgbClr val="000000"/>
                          </a:solidFill>
                          <a:effectLst/>
                        </a:rPr>
                        <a:t>Small footprint preferred</a:t>
                      </a:r>
                      <a:endParaRPr lang="en-US" sz="1200" dirty="0">
                        <a:effectLst/>
                        <a:latin typeface="+mn-lt"/>
                        <a:ea typeface="Aptos" panose="020B0004020202020204" pitchFamily="34" charset="0"/>
                      </a:endParaRPr>
                    </a:p>
                  </a:txBody>
                  <a:tcPr marL="68580" marR="6858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85777551"/>
                  </a:ext>
                </a:extLst>
              </a:tr>
              <a:tr h="244018">
                <a:tc>
                  <a:txBody>
                    <a:bodyPr/>
                    <a:lstStyle/>
                    <a:p>
                      <a:pPr marL="0" marR="0" algn="ctr">
                        <a:lnSpc>
                          <a:spcPct val="150000"/>
                        </a:lnSpc>
                        <a:spcBef>
                          <a:spcPts val="0"/>
                        </a:spcBef>
                        <a:spcAft>
                          <a:spcPts val="0"/>
                        </a:spcAft>
                      </a:pPr>
                      <a:r>
                        <a:rPr lang="en-US" sz="1200" dirty="0">
                          <a:solidFill>
                            <a:srgbClr val="000000"/>
                          </a:solidFill>
                          <a:effectLst/>
                        </a:rPr>
                        <a:t>Motor control</a:t>
                      </a:r>
                      <a:endParaRPr lang="en-US" sz="1200" dirty="0">
                        <a:effectLst/>
                        <a:latin typeface="+mn-lt"/>
                        <a:ea typeface="Aptos" panose="020B0004020202020204" pitchFamily="34" charset="0"/>
                      </a:endParaRPr>
                    </a:p>
                  </a:txBody>
                  <a:tcPr marL="68580" marR="68580" marT="0" marB="0" anchor="ctr">
                    <a:lnR w="6350" cap="flat" cmpd="sng" algn="ctr">
                      <a:solidFill>
                        <a:schemeClr val="bg1"/>
                      </a:solidFill>
                      <a:prstDash val="solid"/>
                      <a:round/>
                      <a:headEnd type="none" w="med" len="med"/>
                      <a:tailEnd type="none" w="med" len="med"/>
                    </a:lnR>
                  </a:tcPr>
                </a:tc>
                <a:tc>
                  <a:txBody>
                    <a:bodyPr/>
                    <a:lstStyle/>
                    <a:p>
                      <a:pPr marL="0" marR="0" algn="ctr">
                        <a:lnSpc>
                          <a:spcPct val="150000"/>
                        </a:lnSpc>
                        <a:spcBef>
                          <a:spcPts val="0"/>
                        </a:spcBef>
                        <a:spcAft>
                          <a:spcPts val="0"/>
                        </a:spcAft>
                      </a:pPr>
                      <a:r>
                        <a:rPr lang="en-US" sz="1200" dirty="0">
                          <a:solidFill>
                            <a:srgbClr val="000000"/>
                          </a:solidFill>
                          <a:effectLst/>
                        </a:rPr>
                        <a:t>DC Geared Motor (Planetary or Spur Gear)</a:t>
                      </a:r>
                      <a:endParaRPr lang="en-US" sz="1200" dirty="0">
                        <a:effectLst/>
                        <a:latin typeface="+mn-lt"/>
                        <a:ea typeface="Aptos" panose="020B0004020202020204" pitchFamily="34" charset="0"/>
                      </a:endParaRPr>
                    </a:p>
                  </a:txBody>
                  <a:tcPr marL="68580" marR="6858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267310951"/>
                  </a:ext>
                </a:extLst>
              </a:tr>
              <a:tr h="236407">
                <a:tc>
                  <a:txBody>
                    <a:bodyPr/>
                    <a:lstStyle/>
                    <a:p>
                      <a:pPr marL="0" marR="0" algn="ctr">
                        <a:lnSpc>
                          <a:spcPct val="150000"/>
                        </a:lnSpc>
                        <a:spcBef>
                          <a:spcPts val="0"/>
                        </a:spcBef>
                        <a:spcAft>
                          <a:spcPts val="0"/>
                        </a:spcAft>
                      </a:pPr>
                      <a:r>
                        <a:rPr lang="en-US" sz="1200" dirty="0">
                          <a:effectLst/>
                        </a:rPr>
                        <a:t>Motor current</a:t>
                      </a:r>
                      <a:endParaRPr lang="en-US" sz="1200" dirty="0">
                        <a:effectLst/>
                        <a:latin typeface="+mn-lt"/>
                        <a:ea typeface="Aptos" panose="020B0004020202020204" pitchFamily="34" charset="0"/>
                      </a:endParaRPr>
                    </a:p>
                  </a:txBody>
                  <a:tcPr marL="68580" marR="68580" marT="0" marB="0" anchor="ctr">
                    <a:lnR w="6350" cap="flat" cmpd="sng" algn="ctr">
                      <a:solidFill>
                        <a:schemeClr val="bg1"/>
                      </a:solidFill>
                      <a:prstDash val="solid"/>
                      <a:round/>
                      <a:headEnd type="none" w="med" len="med"/>
                      <a:tailEnd type="none" w="med" len="med"/>
                    </a:lnR>
                  </a:tcPr>
                </a:tc>
                <a:tc>
                  <a:txBody>
                    <a:bodyPr/>
                    <a:lstStyle/>
                    <a:p>
                      <a:pPr marL="0" marR="0" lvl="0" indent="0" algn="ctr" defTabSz="914423" rtl="0" eaLnBrk="1" fontAlgn="auto" latinLnBrk="0" hangingPunct="1">
                        <a:lnSpc>
                          <a:spcPct val="150000"/>
                        </a:lnSpc>
                        <a:spcBef>
                          <a:spcPts val="0"/>
                        </a:spcBef>
                        <a:spcAft>
                          <a:spcPts val="0"/>
                        </a:spcAft>
                        <a:buClrTx/>
                        <a:buSzTx/>
                        <a:buFontTx/>
                        <a:buNone/>
                        <a:tabLst/>
                        <a:defRPr/>
                      </a:pPr>
                      <a:r>
                        <a:rPr lang="en-US" sz="1200" dirty="0">
                          <a:effectLst/>
                        </a:rPr>
                        <a:t>&lt;1A</a:t>
                      </a:r>
                      <a:endParaRPr lang="en-US" sz="1200" dirty="0">
                        <a:effectLst/>
                        <a:latin typeface="+mn-lt"/>
                        <a:ea typeface="Aptos" panose="020B0004020202020204" pitchFamily="34" charset="0"/>
                      </a:endParaRPr>
                    </a:p>
                  </a:txBody>
                  <a:tcPr marL="68580" marR="6858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2377424773"/>
                  </a:ext>
                </a:extLst>
              </a:tr>
              <a:tr h="209393">
                <a:tc>
                  <a:txBody>
                    <a:bodyPr/>
                    <a:lstStyle/>
                    <a:p>
                      <a:pPr marL="0" marR="0" algn="ctr">
                        <a:lnSpc>
                          <a:spcPct val="150000"/>
                        </a:lnSpc>
                        <a:spcBef>
                          <a:spcPts val="0"/>
                        </a:spcBef>
                        <a:spcAft>
                          <a:spcPts val="0"/>
                        </a:spcAft>
                      </a:pPr>
                      <a:r>
                        <a:rPr lang="en-US" sz="1200" dirty="0">
                          <a:solidFill>
                            <a:srgbClr val="000000"/>
                          </a:solidFill>
                          <a:effectLst/>
                        </a:rPr>
                        <a:t>Low level sensor</a:t>
                      </a:r>
                      <a:endParaRPr lang="en-US" sz="1200" dirty="0">
                        <a:effectLst/>
                        <a:latin typeface="+mn-lt"/>
                        <a:ea typeface="Aptos" panose="020B0004020202020204" pitchFamily="34" charset="0"/>
                      </a:endParaRPr>
                    </a:p>
                  </a:txBody>
                  <a:tcPr marL="68580" marR="68580" marT="0" marB="0" anchor="ctr">
                    <a:lnR w="6350" cap="flat" cmpd="sng" algn="ctr">
                      <a:solidFill>
                        <a:schemeClr val="bg1"/>
                      </a:solidFill>
                      <a:prstDash val="solid"/>
                      <a:round/>
                      <a:headEnd type="none" w="med" len="med"/>
                      <a:tailEnd type="none" w="med" len="med"/>
                    </a:lnR>
                  </a:tcPr>
                </a:tc>
                <a:tc>
                  <a:txBody>
                    <a:bodyPr/>
                    <a:lstStyle/>
                    <a:p>
                      <a:pPr marL="0" marR="0" algn="ctr">
                        <a:lnSpc>
                          <a:spcPct val="150000"/>
                        </a:lnSpc>
                        <a:spcBef>
                          <a:spcPts val="0"/>
                        </a:spcBef>
                        <a:spcAft>
                          <a:spcPts val="0"/>
                        </a:spcAft>
                      </a:pPr>
                      <a:r>
                        <a:rPr lang="en-US" sz="1200" dirty="0">
                          <a:solidFill>
                            <a:srgbClr val="000000"/>
                          </a:solidFill>
                          <a:effectLst/>
                        </a:rPr>
                        <a:t>Reed Switch</a:t>
                      </a:r>
                      <a:endParaRPr lang="en-US" sz="1200" dirty="0">
                        <a:effectLst/>
                        <a:latin typeface="+mn-lt"/>
                        <a:ea typeface="Aptos" panose="020B0004020202020204" pitchFamily="34" charset="0"/>
                      </a:endParaRPr>
                    </a:p>
                  </a:txBody>
                  <a:tcPr marL="68580" marR="6858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410606650"/>
                  </a:ext>
                </a:extLst>
              </a:tr>
              <a:tr h="193652">
                <a:tc>
                  <a:txBody>
                    <a:bodyPr/>
                    <a:lstStyle/>
                    <a:p>
                      <a:pPr marL="0" marR="0" algn="ctr">
                        <a:lnSpc>
                          <a:spcPct val="150000"/>
                        </a:lnSpc>
                        <a:spcBef>
                          <a:spcPts val="0"/>
                        </a:spcBef>
                        <a:spcAft>
                          <a:spcPts val="0"/>
                        </a:spcAft>
                      </a:pPr>
                      <a:r>
                        <a:rPr lang="en-US" sz="1200" dirty="0">
                          <a:effectLst/>
                          <a:latin typeface="+mn-lt"/>
                          <a:ea typeface="Aptos" panose="020B0004020202020204" pitchFamily="34" charset="0"/>
                        </a:rPr>
                        <a:t>Home and Stroke position sensor</a:t>
                      </a:r>
                    </a:p>
                  </a:txBody>
                  <a:tcPr marL="68580" marR="68580" marT="0" marB="0" anchor="ctr">
                    <a:lnR w="6350" cap="flat" cmpd="sng" algn="ctr">
                      <a:solidFill>
                        <a:schemeClr val="bg1"/>
                      </a:solidFill>
                      <a:prstDash val="solid"/>
                      <a:round/>
                      <a:headEnd type="none" w="med" len="med"/>
                      <a:tailEnd type="none" w="med" len="med"/>
                    </a:lnR>
                  </a:tcPr>
                </a:tc>
                <a:tc>
                  <a:txBody>
                    <a:bodyPr/>
                    <a:lstStyle/>
                    <a:p>
                      <a:pPr marL="0" marR="0" algn="ctr">
                        <a:lnSpc>
                          <a:spcPct val="150000"/>
                        </a:lnSpc>
                        <a:spcBef>
                          <a:spcPts val="0"/>
                        </a:spcBef>
                        <a:spcAft>
                          <a:spcPts val="0"/>
                        </a:spcAft>
                      </a:pPr>
                      <a:r>
                        <a:rPr lang="en-US" sz="1200" strike="sngStrike" baseline="0" dirty="0">
                          <a:effectLst/>
                          <a:latin typeface="+mn-lt"/>
                          <a:ea typeface="Aptos" panose="020B0004020202020204" pitchFamily="34" charset="0"/>
                        </a:rPr>
                        <a:t>Hall sensor IC</a:t>
                      </a:r>
                      <a:r>
                        <a:rPr lang="en-US" sz="1200" strike="noStrike" baseline="0" dirty="0">
                          <a:effectLst/>
                          <a:latin typeface="+mn-lt"/>
                          <a:ea typeface="Aptos" panose="020B0004020202020204" pitchFamily="34" charset="0"/>
                        </a:rPr>
                        <a:t>  Optical Sensor </a:t>
                      </a:r>
                      <a:r>
                        <a:rPr lang="en-US" sz="1200" dirty="0">
                          <a:effectLst/>
                          <a:latin typeface="+mn-lt"/>
                          <a:ea typeface="Aptos" panose="020B0004020202020204" pitchFamily="34" charset="0"/>
                        </a:rPr>
                        <a:t>– 3 No.</a:t>
                      </a:r>
                    </a:p>
                  </a:txBody>
                  <a:tcPr marL="68580" marR="6858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2983886415"/>
                  </a:ext>
                </a:extLst>
              </a:tr>
              <a:tr h="193652">
                <a:tc>
                  <a:txBody>
                    <a:bodyPr/>
                    <a:lstStyle/>
                    <a:p>
                      <a:pPr marL="0" marR="0" algn="ctr">
                        <a:lnSpc>
                          <a:spcPct val="150000"/>
                        </a:lnSpc>
                        <a:spcBef>
                          <a:spcPts val="0"/>
                        </a:spcBef>
                        <a:spcAft>
                          <a:spcPts val="0"/>
                        </a:spcAft>
                      </a:pPr>
                      <a:r>
                        <a:rPr lang="en-US" sz="1200" dirty="0">
                          <a:solidFill>
                            <a:srgbClr val="000000"/>
                          </a:solidFill>
                          <a:effectLst/>
                        </a:rPr>
                        <a:t>Pressure </a:t>
                      </a:r>
                      <a:endParaRPr lang="en-US" sz="1200" dirty="0">
                        <a:effectLst/>
                        <a:latin typeface="+mn-lt"/>
                        <a:ea typeface="Aptos" panose="020B0004020202020204" pitchFamily="34" charset="0"/>
                      </a:endParaRPr>
                    </a:p>
                  </a:txBody>
                  <a:tcPr marL="68580" marR="68580" marT="0" marB="0" anchor="ctr">
                    <a:lnR w="6350" cap="flat" cmpd="sng" algn="ctr">
                      <a:solidFill>
                        <a:schemeClr val="bg1"/>
                      </a:solidFill>
                      <a:prstDash val="solid"/>
                      <a:round/>
                      <a:headEnd type="none" w="med" len="med"/>
                      <a:tailEnd type="none" w="med" len="med"/>
                    </a:lnR>
                  </a:tcPr>
                </a:tc>
                <a:tc>
                  <a:txBody>
                    <a:bodyPr/>
                    <a:lstStyle/>
                    <a:p>
                      <a:pPr marL="0" marR="0" algn="ctr">
                        <a:lnSpc>
                          <a:spcPct val="150000"/>
                        </a:lnSpc>
                        <a:spcBef>
                          <a:spcPts val="0"/>
                        </a:spcBef>
                        <a:spcAft>
                          <a:spcPts val="0"/>
                        </a:spcAft>
                      </a:pPr>
                      <a:r>
                        <a:rPr lang="en-US" sz="1200" dirty="0">
                          <a:effectLst/>
                        </a:rPr>
                        <a:t>80Bar</a:t>
                      </a:r>
                      <a:endParaRPr lang="en-US" sz="1200" dirty="0">
                        <a:effectLst/>
                        <a:latin typeface="+mn-lt"/>
                        <a:ea typeface="Aptos" panose="020B0004020202020204" pitchFamily="34" charset="0"/>
                      </a:endParaRPr>
                    </a:p>
                  </a:txBody>
                  <a:tcPr marL="68580" marR="6858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3795753296"/>
                  </a:ext>
                </a:extLst>
              </a:tr>
              <a:tr h="256890">
                <a:tc>
                  <a:txBody>
                    <a:bodyPr/>
                    <a:lstStyle/>
                    <a:p>
                      <a:pPr marL="0" marR="0" algn="ctr">
                        <a:lnSpc>
                          <a:spcPct val="150000"/>
                        </a:lnSpc>
                        <a:spcBef>
                          <a:spcPts val="0"/>
                        </a:spcBef>
                        <a:spcAft>
                          <a:spcPts val="0"/>
                        </a:spcAft>
                      </a:pPr>
                      <a:r>
                        <a:rPr lang="en-US" sz="1200" dirty="0">
                          <a:solidFill>
                            <a:srgbClr val="000000"/>
                          </a:solidFill>
                          <a:effectLst/>
                        </a:rPr>
                        <a:t>External Power Input </a:t>
                      </a:r>
                      <a:endParaRPr lang="en-US" sz="1200" dirty="0">
                        <a:effectLst/>
                        <a:latin typeface="+mn-lt"/>
                        <a:ea typeface="Aptos" panose="020B0004020202020204" pitchFamily="34" charset="0"/>
                      </a:endParaRPr>
                    </a:p>
                  </a:txBody>
                  <a:tcPr marL="68580" marR="68580" marT="0" marB="0" anchor="ctr">
                    <a:lnR w="6350" cap="flat" cmpd="sng" algn="ctr">
                      <a:solidFill>
                        <a:schemeClr val="bg1"/>
                      </a:solidFill>
                      <a:prstDash val="solid"/>
                      <a:round/>
                      <a:headEnd type="none" w="med" len="med"/>
                      <a:tailEnd type="none" w="med" len="med"/>
                    </a:lnR>
                  </a:tcPr>
                </a:tc>
                <a:tc>
                  <a:txBody>
                    <a:bodyPr/>
                    <a:lstStyle/>
                    <a:p>
                      <a:pPr marL="0" marR="0" algn="ctr">
                        <a:lnSpc>
                          <a:spcPct val="150000"/>
                        </a:lnSpc>
                        <a:spcBef>
                          <a:spcPts val="0"/>
                        </a:spcBef>
                        <a:spcAft>
                          <a:spcPts val="0"/>
                        </a:spcAft>
                      </a:pPr>
                      <a:r>
                        <a:rPr lang="en-US" sz="1200" dirty="0">
                          <a:solidFill>
                            <a:srgbClr val="000000"/>
                          </a:solidFill>
                          <a:effectLst/>
                        </a:rPr>
                        <a:t>M12x1, 4Pin Male</a:t>
                      </a:r>
                      <a:endParaRPr lang="en-US" sz="1200" dirty="0">
                        <a:effectLst/>
                        <a:latin typeface="+mn-lt"/>
                        <a:ea typeface="Aptos" panose="020B0004020202020204" pitchFamily="34" charset="0"/>
                      </a:endParaRPr>
                    </a:p>
                  </a:txBody>
                  <a:tcPr marL="68580" marR="6858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272389076"/>
                  </a:ext>
                </a:extLst>
              </a:tr>
              <a:tr h="256890">
                <a:tc>
                  <a:txBody>
                    <a:bodyPr/>
                    <a:lstStyle/>
                    <a:p>
                      <a:pPr marL="0" marR="0" algn="ctr">
                        <a:lnSpc>
                          <a:spcPct val="150000"/>
                        </a:lnSpc>
                        <a:spcBef>
                          <a:spcPts val="0"/>
                        </a:spcBef>
                        <a:spcAft>
                          <a:spcPts val="0"/>
                        </a:spcAft>
                      </a:pPr>
                      <a:r>
                        <a:rPr lang="en-US" sz="1200" dirty="0">
                          <a:solidFill>
                            <a:srgbClr val="000000"/>
                          </a:solidFill>
                          <a:effectLst/>
                        </a:rPr>
                        <a:t>Battery input</a:t>
                      </a:r>
                      <a:endParaRPr lang="en-US" sz="1200" dirty="0">
                        <a:effectLst/>
                        <a:latin typeface="+mn-lt"/>
                        <a:ea typeface="Aptos" panose="020B0004020202020204" pitchFamily="34" charset="0"/>
                      </a:endParaRPr>
                    </a:p>
                  </a:txBody>
                  <a:tcPr marL="68580" marR="68580" marT="0" marB="0" anchor="ctr">
                    <a:lnR w="6350" cap="flat" cmpd="sng" algn="ctr">
                      <a:solidFill>
                        <a:schemeClr val="bg1"/>
                      </a:solidFill>
                      <a:prstDash val="solid"/>
                      <a:round/>
                      <a:headEnd type="none" w="med" len="med"/>
                      <a:tailEnd type="none" w="med" len="med"/>
                    </a:lnR>
                  </a:tcPr>
                </a:tc>
                <a:tc>
                  <a:txBody>
                    <a:bodyPr/>
                    <a:lstStyle/>
                    <a:p>
                      <a:pPr marL="0" marR="0" algn="ctr">
                        <a:lnSpc>
                          <a:spcPct val="150000"/>
                        </a:lnSpc>
                        <a:spcBef>
                          <a:spcPts val="0"/>
                        </a:spcBef>
                        <a:spcAft>
                          <a:spcPts val="0"/>
                        </a:spcAft>
                      </a:pPr>
                      <a:r>
                        <a:rPr lang="en-US" sz="1200" dirty="0">
                          <a:solidFill>
                            <a:srgbClr val="000000"/>
                          </a:solidFill>
                          <a:effectLst/>
                        </a:rPr>
                        <a:t>No</a:t>
                      </a:r>
                      <a:endParaRPr lang="en-US" sz="1200" dirty="0">
                        <a:effectLst/>
                        <a:latin typeface="+mn-lt"/>
                        <a:ea typeface="Aptos" panose="020B0004020202020204" pitchFamily="34" charset="0"/>
                      </a:endParaRPr>
                    </a:p>
                  </a:txBody>
                  <a:tcPr marL="68580" marR="6858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2951794781"/>
                  </a:ext>
                </a:extLst>
              </a:tr>
              <a:tr h="318980">
                <a:tc>
                  <a:txBody>
                    <a:bodyPr/>
                    <a:lstStyle/>
                    <a:p>
                      <a:pPr marL="0" marR="0" algn="ctr">
                        <a:lnSpc>
                          <a:spcPct val="150000"/>
                        </a:lnSpc>
                        <a:spcBef>
                          <a:spcPts val="0"/>
                        </a:spcBef>
                        <a:spcAft>
                          <a:spcPts val="0"/>
                        </a:spcAft>
                      </a:pPr>
                      <a:r>
                        <a:rPr lang="en-US" sz="1200" dirty="0">
                          <a:solidFill>
                            <a:srgbClr val="000000"/>
                          </a:solidFill>
                          <a:effectLst/>
                        </a:rPr>
                        <a:t>Connectivity : </a:t>
                      </a:r>
                      <a:r>
                        <a:rPr lang="en-US" sz="1200" dirty="0">
                          <a:solidFill>
                            <a:schemeClr val="tx1"/>
                          </a:solidFill>
                          <a:effectLst/>
                        </a:rPr>
                        <a:t>LoRa WAN </a:t>
                      </a:r>
                      <a:r>
                        <a:rPr lang="en-US" sz="1200" dirty="0">
                          <a:solidFill>
                            <a:srgbClr val="00B050"/>
                          </a:solidFill>
                          <a:effectLst/>
                        </a:rPr>
                        <a:t>/ </a:t>
                      </a:r>
                      <a:r>
                        <a:rPr lang="en-US" sz="1200" dirty="0">
                          <a:solidFill>
                            <a:srgbClr val="000000"/>
                          </a:solidFill>
                          <a:effectLst/>
                        </a:rPr>
                        <a:t>Wi-Fi &amp; Bluetooth</a:t>
                      </a:r>
                      <a:endParaRPr lang="en-US" sz="1200" dirty="0">
                        <a:solidFill>
                          <a:srgbClr val="000000"/>
                        </a:solidFill>
                        <a:effectLst/>
                        <a:latin typeface="+mn-lt"/>
                        <a:ea typeface="Aptos" panose="020B0004020202020204" pitchFamily="34" charset="0"/>
                      </a:endParaRPr>
                    </a:p>
                  </a:txBody>
                  <a:tcPr marL="68580" marR="68580" marT="0" marB="0" anchor="ctr">
                    <a:lnR w="6350" cap="flat" cmpd="sng" algn="ctr">
                      <a:solidFill>
                        <a:schemeClr val="bg1"/>
                      </a:solidFill>
                      <a:prstDash val="solid"/>
                      <a:round/>
                      <a:headEnd type="none" w="med" len="med"/>
                      <a:tailEnd type="none" w="med" len="med"/>
                    </a:lnR>
                  </a:tcPr>
                </a:tc>
                <a:tc>
                  <a:txBody>
                    <a:bodyPr/>
                    <a:lstStyle/>
                    <a:p>
                      <a:pPr marL="0" marR="0" algn="ctr">
                        <a:lnSpc>
                          <a:spcPct val="150000"/>
                        </a:lnSpc>
                        <a:spcBef>
                          <a:spcPts val="0"/>
                        </a:spcBef>
                        <a:spcAft>
                          <a:spcPts val="0"/>
                        </a:spcAft>
                      </a:pPr>
                      <a:r>
                        <a:rPr lang="en-US" sz="1200" dirty="0">
                          <a:solidFill>
                            <a:srgbClr val="000000"/>
                          </a:solidFill>
                          <a:effectLst/>
                        </a:rPr>
                        <a:t>No</a:t>
                      </a:r>
                      <a:endParaRPr lang="en-US" sz="1200" dirty="0">
                        <a:effectLst/>
                        <a:latin typeface="+mn-lt"/>
                        <a:ea typeface="Aptos" panose="020B0004020202020204" pitchFamily="34" charset="0"/>
                      </a:endParaRPr>
                    </a:p>
                  </a:txBody>
                  <a:tcPr marL="68580" marR="6858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741854413"/>
                  </a:ext>
                </a:extLst>
              </a:tr>
              <a:tr h="256890">
                <a:tc>
                  <a:txBody>
                    <a:bodyPr/>
                    <a:lstStyle/>
                    <a:p>
                      <a:pPr marL="0" marR="0" algn="ctr">
                        <a:lnSpc>
                          <a:spcPct val="150000"/>
                        </a:lnSpc>
                        <a:spcBef>
                          <a:spcPts val="0"/>
                        </a:spcBef>
                        <a:spcAft>
                          <a:spcPts val="0"/>
                        </a:spcAft>
                      </a:pPr>
                      <a:r>
                        <a:rPr lang="en-US" sz="1200" dirty="0">
                          <a:effectLst/>
                        </a:rPr>
                        <a:t>Batteries</a:t>
                      </a:r>
                      <a:endParaRPr lang="en-US" sz="1200" dirty="0">
                        <a:effectLst/>
                        <a:latin typeface="+mn-lt"/>
                        <a:ea typeface="Aptos" panose="020B0004020202020204" pitchFamily="34" charset="0"/>
                      </a:endParaRPr>
                    </a:p>
                  </a:txBody>
                  <a:tcPr marL="68580" marR="68580" marT="0" marB="0" anchor="ctr">
                    <a:lnR w="6350" cap="flat" cmpd="sng" algn="ctr">
                      <a:solidFill>
                        <a:schemeClr val="bg1"/>
                      </a:solidFill>
                      <a:prstDash val="solid"/>
                      <a:round/>
                      <a:headEnd type="none" w="med" len="med"/>
                      <a:tailEnd type="none" w="med" len="med"/>
                    </a:lnR>
                  </a:tcPr>
                </a:tc>
                <a:tc>
                  <a:txBody>
                    <a:bodyPr/>
                    <a:lstStyle/>
                    <a:p>
                      <a:pPr marL="0" marR="0" algn="ctr">
                        <a:lnSpc>
                          <a:spcPct val="150000"/>
                        </a:lnSpc>
                        <a:spcBef>
                          <a:spcPts val="0"/>
                        </a:spcBef>
                        <a:spcAft>
                          <a:spcPts val="0"/>
                        </a:spcAft>
                      </a:pPr>
                      <a:r>
                        <a:rPr lang="en-US" sz="1200" dirty="0">
                          <a:effectLst/>
                        </a:rPr>
                        <a:t>No</a:t>
                      </a:r>
                      <a:endParaRPr lang="en-US" sz="1200" dirty="0">
                        <a:effectLst/>
                        <a:latin typeface="+mn-lt"/>
                        <a:ea typeface="Aptos" panose="020B0004020202020204" pitchFamily="34" charset="0"/>
                      </a:endParaRPr>
                    </a:p>
                  </a:txBody>
                  <a:tcPr marL="68580" marR="6858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3508435394"/>
                  </a:ext>
                </a:extLst>
              </a:tr>
              <a:tr h="256890">
                <a:tc>
                  <a:txBody>
                    <a:bodyPr/>
                    <a:lstStyle/>
                    <a:p>
                      <a:pPr marL="0" marR="0" algn="ctr">
                        <a:lnSpc>
                          <a:spcPct val="150000"/>
                        </a:lnSpc>
                        <a:spcBef>
                          <a:spcPts val="0"/>
                        </a:spcBef>
                        <a:spcAft>
                          <a:spcPts val="0"/>
                        </a:spcAft>
                      </a:pPr>
                      <a:r>
                        <a:rPr lang="en-US" sz="1200" dirty="0">
                          <a:effectLst/>
                        </a:rPr>
                        <a:t>Battery connector / holder</a:t>
                      </a:r>
                      <a:endParaRPr lang="en-US" sz="1200" dirty="0">
                        <a:effectLst/>
                        <a:latin typeface="+mn-lt"/>
                        <a:ea typeface="Aptos" panose="020B0004020202020204" pitchFamily="34" charset="0"/>
                      </a:endParaRPr>
                    </a:p>
                  </a:txBody>
                  <a:tcPr marL="68580" marR="68580" marT="0" marB="0" anchor="ctr">
                    <a:lnR w="6350" cap="flat" cmpd="sng" algn="ctr">
                      <a:solidFill>
                        <a:schemeClr val="bg1"/>
                      </a:solidFill>
                      <a:prstDash val="solid"/>
                      <a:round/>
                      <a:headEnd type="none" w="med" len="med"/>
                      <a:tailEnd type="none" w="med" len="med"/>
                    </a:lnR>
                  </a:tcPr>
                </a:tc>
                <a:tc>
                  <a:txBody>
                    <a:bodyPr/>
                    <a:lstStyle/>
                    <a:p>
                      <a:pPr marL="0" marR="0" algn="ctr">
                        <a:lnSpc>
                          <a:spcPct val="150000"/>
                        </a:lnSpc>
                        <a:spcBef>
                          <a:spcPts val="0"/>
                        </a:spcBef>
                        <a:spcAft>
                          <a:spcPts val="0"/>
                        </a:spcAft>
                      </a:pPr>
                      <a:r>
                        <a:rPr lang="en-US" sz="1200" dirty="0">
                          <a:effectLst/>
                        </a:rPr>
                        <a:t>No</a:t>
                      </a:r>
                      <a:endParaRPr lang="en-US" sz="1200" dirty="0">
                        <a:effectLst/>
                        <a:latin typeface="+mn-lt"/>
                        <a:ea typeface="Aptos" panose="020B0004020202020204" pitchFamily="34" charset="0"/>
                      </a:endParaRPr>
                    </a:p>
                  </a:txBody>
                  <a:tcPr marL="68580" marR="6858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2242208105"/>
                  </a:ext>
                </a:extLst>
              </a:tr>
              <a:tr h="301662">
                <a:tc>
                  <a:txBody>
                    <a:bodyPr/>
                    <a:lstStyle/>
                    <a:p>
                      <a:pPr marL="0" marR="0" algn="ctr">
                        <a:lnSpc>
                          <a:spcPct val="150000"/>
                        </a:lnSpc>
                        <a:spcBef>
                          <a:spcPts val="0"/>
                        </a:spcBef>
                        <a:spcAft>
                          <a:spcPts val="0"/>
                        </a:spcAft>
                      </a:pPr>
                      <a:r>
                        <a:rPr lang="en-US" sz="1200" dirty="0">
                          <a:effectLst/>
                        </a:rPr>
                        <a:t>Battery to board cable and connector</a:t>
                      </a:r>
                      <a:endParaRPr lang="en-US" sz="1200" dirty="0">
                        <a:effectLst/>
                        <a:latin typeface="+mn-lt"/>
                        <a:ea typeface="Aptos" panose="020B0004020202020204" pitchFamily="34" charset="0"/>
                      </a:endParaRPr>
                    </a:p>
                  </a:txBody>
                  <a:tcPr marL="68580" marR="68580" marT="0" marB="0" anchor="ctr">
                    <a:lnR w="6350" cap="flat" cmpd="sng" algn="ctr">
                      <a:solidFill>
                        <a:schemeClr val="bg1"/>
                      </a:solidFill>
                      <a:prstDash val="solid"/>
                      <a:round/>
                      <a:headEnd type="none" w="med" len="med"/>
                      <a:tailEnd type="none" w="med" len="med"/>
                    </a:lnR>
                  </a:tcPr>
                </a:tc>
                <a:tc>
                  <a:txBody>
                    <a:bodyPr/>
                    <a:lstStyle/>
                    <a:p>
                      <a:pPr marL="0" marR="0" algn="ctr">
                        <a:lnSpc>
                          <a:spcPct val="150000"/>
                        </a:lnSpc>
                        <a:spcBef>
                          <a:spcPts val="0"/>
                        </a:spcBef>
                        <a:spcAft>
                          <a:spcPts val="0"/>
                        </a:spcAft>
                      </a:pPr>
                      <a:r>
                        <a:rPr lang="en-US" sz="1200" dirty="0">
                          <a:effectLst/>
                        </a:rPr>
                        <a:t>No</a:t>
                      </a:r>
                      <a:endParaRPr lang="en-US" sz="1200" dirty="0">
                        <a:effectLst/>
                        <a:latin typeface="+mn-lt"/>
                        <a:ea typeface="Aptos" panose="020B0004020202020204" pitchFamily="34" charset="0"/>
                      </a:endParaRPr>
                    </a:p>
                  </a:txBody>
                  <a:tcPr marL="68580" marR="6858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44388543"/>
                  </a:ext>
                </a:extLst>
              </a:tr>
              <a:tr h="258469">
                <a:tc>
                  <a:txBody>
                    <a:bodyPr/>
                    <a:lstStyle/>
                    <a:p>
                      <a:pPr marL="0" marR="0" algn="ctr">
                        <a:lnSpc>
                          <a:spcPct val="150000"/>
                        </a:lnSpc>
                        <a:spcBef>
                          <a:spcPts val="0"/>
                        </a:spcBef>
                        <a:spcAft>
                          <a:spcPts val="0"/>
                        </a:spcAft>
                      </a:pPr>
                      <a:r>
                        <a:rPr lang="en-US" sz="1200" dirty="0">
                          <a:effectLst/>
                        </a:rPr>
                        <a:t>Board Dimension</a:t>
                      </a:r>
                      <a:endParaRPr lang="en-US" sz="1200" dirty="0">
                        <a:effectLst/>
                        <a:latin typeface="+mn-lt"/>
                        <a:ea typeface="Aptos" panose="020B0004020202020204" pitchFamily="34" charset="0"/>
                      </a:endParaRPr>
                    </a:p>
                  </a:txBody>
                  <a:tcPr marL="68580" marR="68580" marT="0" marB="0" anchor="ctr">
                    <a:lnR w="6350" cap="flat" cmpd="sng" algn="ctr">
                      <a:solidFill>
                        <a:schemeClr val="bg1"/>
                      </a:solidFill>
                      <a:prstDash val="solid"/>
                      <a:round/>
                      <a:headEnd type="none" w="med" len="med"/>
                      <a:tailEnd type="none" w="med" len="med"/>
                    </a:lnR>
                  </a:tcPr>
                </a:tc>
                <a:tc>
                  <a:txBody>
                    <a:bodyPr/>
                    <a:lstStyle/>
                    <a:p>
                      <a:pPr marL="0" marR="0" algn="ctr">
                        <a:lnSpc>
                          <a:spcPct val="150000"/>
                        </a:lnSpc>
                        <a:spcBef>
                          <a:spcPts val="0"/>
                        </a:spcBef>
                        <a:spcAft>
                          <a:spcPts val="0"/>
                        </a:spcAft>
                      </a:pPr>
                      <a:r>
                        <a:rPr lang="en-US" sz="1200" dirty="0">
                          <a:effectLst/>
                        </a:rPr>
                        <a:t>50 (L) x 60 (W) mm</a:t>
                      </a:r>
                      <a:endParaRPr lang="en-US" sz="1200" dirty="0">
                        <a:effectLst/>
                        <a:latin typeface="+mn-lt"/>
                        <a:ea typeface="Aptos" panose="020B0004020202020204" pitchFamily="34" charset="0"/>
                      </a:endParaRPr>
                    </a:p>
                  </a:txBody>
                  <a:tcPr marL="68580" marR="6858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027782033"/>
                  </a:ext>
                </a:extLst>
              </a:tr>
              <a:tr h="256890">
                <a:tc>
                  <a:txBody>
                    <a:bodyPr/>
                    <a:lstStyle/>
                    <a:p>
                      <a:pPr marL="0" marR="0" algn="ctr">
                        <a:lnSpc>
                          <a:spcPct val="150000"/>
                        </a:lnSpc>
                        <a:spcBef>
                          <a:spcPts val="0"/>
                        </a:spcBef>
                        <a:spcAft>
                          <a:spcPts val="0"/>
                        </a:spcAft>
                      </a:pPr>
                      <a:r>
                        <a:rPr lang="en-US" sz="1200" dirty="0">
                          <a:effectLst/>
                        </a:rPr>
                        <a:t>Operating Temperature</a:t>
                      </a:r>
                      <a:endParaRPr lang="en-US" sz="1200" dirty="0">
                        <a:effectLst/>
                        <a:latin typeface="+mn-lt"/>
                        <a:ea typeface="Aptos" panose="020B0004020202020204" pitchFamily="34" charset="0"/>
                      </a:endParaRPr>
                    </a:p>
                  </a:txBody>
                  <a:tcPr marL="68580" marR="68580" marT="0" marB="0" anchor="ctr">
                    <a:lnR w="6350" cap="flat" cmpd="sng" algn="ctr">
                      <a:solidFill>
                        <a:schemeClr val="bg1"/>
                      </a:solidFill>
                      <a:prstDash val="solid"/>
                      <a:round/>
                      <a:headEnd type="none" w="med" len="med"/>
                      <a:tailEnd type="none" w="med" len="med"/>
                    </a:lnR>
                  </a:tcPr>
                </a:tc>
                <a:tc>
                  <a:txBody>
                    <a:bodyPr/>
                    <a:lstStyle/>
                    <a:p>
                      <a:pPr marL="0" algn="ctr">
                        <a:lnSpc>
                          <a:spcPct val="150000"/>
                        </a:lnSpc>
                      </a:pPr>
                      <a:r>
                        <a:rPr lang="en-US" sz="1200" dirty="0"/>
                        <a:t>-20 to 70 °C</a:t>
                      </a:r>
                    </a:p>
                  </a:txBody>
                  <a:tcPr marL="68580" marR="6858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3686978460"/>
                  </a:ext>
                </a:extLst>
              </a:tr>
              <a:tr h="279824">
                <a:tc>
                  <a:txBody>
                    <a:bodyPr/>
                    <a:lstStyle/>
                    <a:p>
                      <a:pPr marL="0" marR="0" algn="ctr">
                        <a:lnSpc>
                          <a:spcPct val="150000"/>
                        </a:lnSpc>
                        <a:spcBef>
                          <a:spcPts val="0"/>
                        </a:spcBef>
                        <a:spcAft>
                          <a:spcPts val="0"/>
                        </a:spcAft>
                      </a:pPr>
                      <a:r>
                        <a:rPr lang="en-US" sz="1200" dirty="0">
                          <a:effectLst/>
                        </a:rPr>
                        <a:t>Annual Volume</a:t>
                      </a:r>
                      <a:endParaRPr lang="en-US" sz="1200" dirty="0">
                        <a:effectLst/>
                        <a:latin typeface="+mn-lt"/>
                        <a:ea typeface="Aptos" panose="020B0004020202020204" pitchFamily="34" charset="0"/>
                      </a:endParaRPr>
                    </a:p>
                  </a:txBody>
                  <a:tcPr marL="68580" marR="68580" marT="0" marB="0" anchor="ctr">
                    <a:lnR w="6350" cap="flat" cmpd="sng" algn="ctr">
                      <a:solidFill>
                        <a:schemeClr val="bg1"/>
                      </a:solidFill>
                      <a:prstDash val="solid"/>
                      <a:round/>
                      <a:headEnd type="none" w="med" len="med"/>
                      <a:tailEnd type="none" w="med" len="med"/>
                    </a:lnR>
                  </a:tcPr>
                </a:tc>
                <a:tc>
                  <a:txBody>
                    <a:bodyPr/>
                    <a:lstStyle/>
                    <a:p>
                      <a:pPr marL="0" algn="ctr">
                        <a:lnSpc>
                          <a:spcPct val="150000"/>
                        </a:lnSpc>
                      </a:pPr>
                      <a:r>
                        <a:rPr lang="en-US" sz="1200" dirty="0"/>
                        <a:t>30000</a:t>
                      </a:r>
                    </a:p>
                  </a:txBody>
                  <a:tcPr marL="68580" marR="6858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921288429"/>
                  </a:ext>
                </a:extLst>
              </a:tr>
            </a:tbl>
          </a:graphicData>
        </a:graphic>
      </p:graphicFrame>
    </p:spTree>
    <p:extLst>
      <p:ext uri="{BB962C8B-B14F-4D97-AF65-F5344CB8AC3E}">
        <p14:creationId xmlns:p14="http://schemas.microsoft.com/office/powerpoint/2010/main" val="2124899841"/>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89094-F900-828E-B41E-11A7B46FC488}"/>
              </a:ext>
            </a:extLst>
          </p:cNvPr>
          <p:cNvSpPr>
            <a:spLocks noGrp="1"/>
          </p:cNvSpPr>
          <p:nvPr>
            <p:ph type="title"/>
          </p:nvPr>
        </p:nvSpPr>
        <p:spPr/>
        <p:txBody>
          <a:bodyPr/>
          <a:lstStyle/>
          <a:p>
            <a:r>
              <a:rPr lang="en-US" dirty="0"/>
              <a:t>BEE – Control Board Requirements</a:t>
            </a:r>
          </a:p>
        </p:txBody>
      </p:sp>
      <p:graphicFrame>
        <p:nvGraphicFramePr>
          <p:cNvPr id="3" name="Table 2">
            <a:extLst>
              <a:ext uri="{FF2B5EF4-FFF2-40B4-BE49-F238E27FC236}">
                <a16:creationId xmlns:a16="http://schemas.microsoft.com/office/drawing/2014/main" id="{7D879BCC-3B20-28A2-C3F3-BBB37C15DA2F}"/>
              </a:ext>
            </a:extLst>
          </p:cNvPr>
          <p:cNvGraphicFramePr>
            <a:graphicFrameLocks noGrp="1"/>
          </p:cNvGraphicFramePr>
          <p:nvPr>
            <p:extLst>
              <p:ext uri="{D42A27DB-BD31-4B8C-83A1-F6EECF244321}">
                <p14:modId xmlns:p14="http://schemas.microsoft.com/office/powerpoint/2010/main" val="1389929334"/>
              </p:ext>
            </p:extLst>
          </p:nvPr>
        </p:nvGraphicFramePr>
        <p:xfrm>
          <a:off x="550863" y="1314840"/>
          <a:ext cx="10181305" cy="3282041"/>
        </p:xfrm>
        <a:graphic>
          <a:graphicData uri="http://schemas.openxmlformats.org/drawingml/2006/table">
            <a:tbl>
              <a:tblPr firstRow="1" bandRow="1">
                <a:tableStyleId>{46F890A9-2807-4EBB-B81D-B2AA78EC7F39}</a:tableStyleId>
              </a:tblPr>
              <a:tblGrid>
                <a:gridCol w="858301">
                  <a:extLst>
                    <a:ext uri="{9D8B030D-6E8A-4147-A177-3AD203B41FA5}">
                      <a16:colId xmlns:a16="http://schemas.microsoft.com/office/drawing/2014/main" val="260434369"/>
                    </a:ext>
                  </a:extLst>
                </a:gridCol>
                <a:gridCol w="2850015">
                  <a:extLst>
                    <a:ext uri="{9D8B030D-6E8A-4147-A177-3AD203B41FA5}">
                      <a16:colId xmlns:a16="http://schemas.microsoft.com/office/drawing/2014/main" val="3113710629"/>
                    </a:ext>
                  </a:extLst>
                </a:gridCol>
                <a:gridCol w="6472989">
                  <a:extLst>
                    <a:ext uri="{9D8B030D-6E8A-4147-A177-3AD203B41FA5}">
                      <a16:colId xmlns:a16="http://schemas.microsoft.com/office/drawing/2014/main" val="441492142"/>
                    </a:ext>
                  </a:extLst>
                </a:gridCol>
              </a:tblGrid>
              <a:tr h="329463">
                <a:tc>
                  <a:txBody>
                    <a:bodyPr/>
                    <a:lstStyle/>
                    <a:p>
                      <a:pPr algn="ctr"/>
                      <a:r>
                        <a:rPr lang="en-US" sz="1200" dirty="0"/>
                        <a:t>Sl No.</a:t>
                      </a:r>
                    </a:p>
                  </a:txBody>
                  <a:tcPr anchor="ctr">
                    <a:lnR w="6350" cap="flat" cmpd="sng" algn="ctr">
                      <a:solidFill>
                        <a:schemeClr val="bg1"/>
                      </a:solidFill>
                      <a:prstDash val="solid"/>
                      <a:round/>
                      <a:headEnd type="none" w="med" len="med"/>
                      <a:tailEnd type="none" w="med" len="med"/>
                    </a:lnR>
                  </a:tcPr>
                </a:tc>
                <a:tc>
                  <a:txBody>
                    <a:bodyPr/>
                    <a:lstStyle/>
                    <a:p>
                      <a:pPr algn="ctr"/>
                      <a:r>
                        <a:rPr lang="en-US" sz="1200" dirty="0"/>
                        <a:t>Features</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1200" dirty="0"/>
                        <a:t>Comments</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125042578"/>
                  </a:ext>
                </a:extLst>
              </a:tr>
              <a:tr h="329463">
                <a:tc>
                  <a:txBody>
                    <a:bodyPr/>
                    <a:lstStyle/>
                    <a:p>
                      <a:pPr algn="ctr"/>
                      <a:r>
                        <a:rPr lang="en-US" sz="1200" dirty="0"/>
                        <a:t>1</a:t>
                      </a:r>
                    </a:p>
                  </a:txBody>
                  <a:tcPr anchor="ctr">
                    <a:lnR w="6350" cap="flat" cmpd="sng" algn="ctr">
                      <a:solidFill>
                        <a:schemeClr val="bg1"/>
                      </a:solidFill>
                      <a:prstDash val="solid"/>
                      <a:round/>
                      <a:headEnd type="none" w="med" len="med"/>
                      <a:tailEnd type="none" w="med" len="med"/>
                    </a:lnR>
                  </a:tcPr>
                </a:tc>
                <a:tc>
                  <a:txBody>
                    <a:bodyPr/>
                    <a:lstStyle/>
                    <a:p>
                      <a:pPr algn="ctr"/>
                      <a:r>
                        <a:rPr lang="en-US" sz="1200" b="0" dirty="0"/>
                        <a:t>Display</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lang="en-US" sz="1200" dirty="0"/>
                        <a:t>LCD/OLED type display </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931752537"/>
                  </a:ext>
                </a:extLst>
              </a:tr>
              <a:tr h="1177526">
                <a:tc>
                  <a:txBody>
                    <a:bodyPr/>
                    <a:lstStyle/>
                    <a:p>
                      <a:pPr algn="ctr"/>
                      <a:r>
                        <a:rPr lang="en-US" sz="1200" dirty="0"/>
                        <a:t>2</a:t>
                      </a:r>
                    </a:p>
                  </a:txBody>
                  <a:tcPr anchor="ctr">
                    <a:lnR w="6350" cap="flat" cmpd="sng" algn="ctr">
                      <a:solidFill>
                        <a:schemeClr val="bg1"/>
                      </a:solidFill>
                      <a:prstDash val="solid"/>
                      <a:round/>
                      <a:headEnd type="none" w="med" len="med"/>
                      <a:tailEnd type="none" w="med" len="med"/>
                    </a:lnR>
                  </a:tcPr>
                </a:tc>
                <a:tc>
                  <a:txBody>
                    <a:bodyPr/>
                    <a:lstStyle/>
                    <a:p>
                      <a:pPr algn="ctr"/>
                      <a:r>
                        <a:rPr lang="en-US" sz="1200" b="0" dirty="0"/>
                        <a:t>Input device</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l">
                        <a:lnSpc>
                          <a:spcPct val="150000"/>
                        </a:lnSpc>
                      </a:pPr>
                      <a:r>
                        <a:rPr lang="en-US" sz="1200" dirty="0"/>
                        <a:t>Pump settings – Membrane Keypad</a:t>
                      </a:r>
                    </a:p>
                    <a:p>
                      <a:pPr algn="l">
                        <a:lnSpc>
                          <a:spcPct val="150000"/>
                        </a:lnSpc>
                      </a:pPr>
                      <a:r>
                        <a:rPr lang="en-US" sz="1200" dirty="0"/>
                        <a:t>Home Position, Stroke and Single Line Relief – Optical sensor PCB</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4084610114"/>
                  </a:ext>
                </a:extLst>
              </a:tr>
              <a:tr h="329463">
                <a:tc>
                  <a:txBody>
                    <a:bodyPr/>
                    <a:lstStyle/>
                    <a:p>
                      <a:pPr algn="ctr"/>
                      <a:r>
                        <a:rPr lang="en-US" sz="1200" dirty="0"/>
                        <a:t>3</a:t>
                      </a:r>
                    </a:p>
                  </a:txBody>
                  <a:tcPr anchor="ctr">
                    <a:lnR w="6350" cap="flat" cmpd="sng" algn="ctr">
                      <a:solidFill>
                        <a:schemeClr val="bg1"/>
                      </a:solidFill>
                      <a:prstDash val="solid"/>
                      <a:round/>
                      <a:headEnd type="none" w="med" len="med"/>
                      <a:tailEnd type="none" w="med" len="med"/>
                    </a:lnR>
                  </a:tcPr>
                </a:tc>
                <a:tc>
                  <a:txBody>
                    <a:bodyPr/>
                    <a:lstStyle/>
                    <a:p>
                      <a:pPr algn="ctr"/>
                      <a:r>
                        <a:rPr lang="en-US" sz="1200" b="0" dirty="0"/>
                        <a:t>Status Indication</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l"/>
                      <a:r>
                        <a:rPr lang="en-US" sz="1200" dirty="0"/>
                        <a:t>Red – Empty/Failure, Yellow – In operation, Green – Standby</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188289222"/>
                  </a:ext>
                </a:extLst>
              </a:tr>
              <a:tr h="329463">
                <a:tc>
                  <a:txBody>
                    <a:bodyPr/>
                    <a:lstStyle/>
                    <a:p>
                      <a:pPr algn="ctr"/>
                      <a:r>
                        <a:rPr lang="en-US" sz="1200" dirty="0"/>
                        <a:t>5</a:t>
                      </a:r>
                    </a:p>
                  </a:txBody>
                  <a:tcPr anchor="ctr">
                    <a:lnR w="6350" cap="flat" cmpd="sng" algn="ctr">
                      <a:solidFill>
                        <a:schemeClr val="bg1"/>
                      </a:solidFill>
                      <a:prstDash val="solid"/>
                      <a:round/>
                      <a:headEnd type="none" w="med" len="med"/>
                      <a:tailEnd type="none" w="med" len="med"/>
                    </a:lnR>
                  </a:tcPr>
                </a:tc>
                <a:tc>
                  <a:txBody>
                    <a:bodyPr/>
                    <a:lstStyle/>
                    <a:p>
                      <a:pPr marL="0" marR="0" lvl="0" indent="0" algn="ctr" defTabSz="914423" rtl="0" eaLnBrk="1" fontAlgn="auto" latinLnBrk="0" hangingPunct="1">
                        <a:lnSpc>
                          <a:spcPct val="100000"/>
                        </a:lnSpc>
                        <a:spcBef>
                          <a:spcPts val="0"/>
                        </a:spcBef>
                        <a:spcAft>
                          <a:spcPts val="0"/>
                        </a:spcAft>
                        <a:buClrTx/>
                        <a:buSzTx/>
                        <a:buFontTx/>
                        <a:buNone/>
                        <a:tabLst/>
                        <a:defRPr/>
                      </a:pPr>
                      <a:r>
                        <a:rPr lang="en-US" sz="1200" b="0" dirty="0"/>
                        <a:t>Low level Sensor / Empty level Indicator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lang="en-US" sz="1200" dirty="0"/>
                        <a:t>Miniature type Reed Switch ex: MS-213-3</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49681794"/>
                  </a:ext>
                </a:extLst>
              </a:tr>
              <a:tr h="329463">
                <a:tc>
                  <a:txBody>
                    <a:bodyPr/>
                    <a:lstStyle/>
                    <a:p>
                      <a:pPr algn="ctr"/>
                      <a:r>
                        <a:rPr lang="en-US" sz="1200" dirty="0"/>
                        <a:t>6</a:t>
                      </a:r>
                    </a:p>
                  </a:txBody>
                  <a:tcPr anchor="ctr">
                    <a:lnR w="6350" cap="flat" cmpd="sng" algn="ctr">
                      <a:solidFill>
                        <a:schemeClr val="bg1"/>
                      </a:solidFill>
                      <a:prstDash val="solid"/>
                      <a:round/>
                      <a:headEnd type="none" w="med" len="med"/>
                      <a:tailEnd type="none" w="med" len="med"/>
                    </a:lnR>
                  </a:tcPr>
                </a:tc>
                <a:tc>
                  <a:txBody>
                    <a:bodyPr/>
                    <a:lstStyle/>
                    <a:p>
                      <a:pPr marL="0" marR="0" lvl="0" indent="0" algn="ctr" defTabSz="914423" rtl="0" eaLnBrk="1" fontAlgn="auto" latinLnBrk="0" hangingPunct="1">
                        <a:lnSpc>
                          <a:spcPct val="100000"/>
                        </a:lnSpc>
                        <a:spcBef>
                          <a:spcPts val="0"/>
                        </a:spcBef>
                        <a:spcAft>
                          <a:spcPts val="0"/>
                        </a:spcAft>
                        <a:buClrTx/>
                        <a:buSzTx/>
                        <a:buFontTx/>
                        <a:buNone/>
                        <a:tabLst/>
                        <a:defRPr/>
                      </a:pPr>
                      <a:r>
                        <a:rPr lang="en-US" sz="1200" b="0" dirty="0"/>
                        <a:t>Pressure Sense</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l"/>
                      <a:r>
                        <a:rPr lang="en-US" sz="1200" dirty="0"/>
                        <a:t>Pressure sense through load current measurement / Motor speed</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128576604"/>
                  </a:ext>
                </a:extLst>
              </a:tr>
              <a:tr h="329463">
                <a:tc>
                  <a:txBody>
                    <a:bodyPr/>
                    <a:lstStyle/>
                    <a:p>
                      <a:pPr algn="ctr"/>
                      <a:r>
                        <a:rPr lang="en-US" sz="1200" dirty="0"/>
                        <a:t>7</a:t>
                      </a:r>
                    </a:p>
                  </a:txBody>
                  <a:tcPr anchor="ctr">
                    <a:lnR w="6350" cap="flat" cmpd="sng" algn="ctr">
                      <a:solidFill>
                        <a:schemeClr val="bg1"/>
                      </a:solidFill>
                      <a:prstDash val="solid"/>
                      <a:round/>
                      <a:headEnd type="none" w="med" len="med"/>
                      <a:tailEnd type="none" w="med" len="med"/>
                    </a:lnR>
                  </a:tcPr>
                </a:tc>
                <a:tc>
                  <a:txBody>
                    <a:bodyPr/>
                    <a:lstStyle/>
                    <a:p>
                      <a:pPr algn="ctr"/>
                      <a:r>
                        <a:rPr lang="en-US" sz="1200" b="0" dirty="0"/>
                        <a:t>Protection required for the Pump</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l"/>
                      <a:r>
                        <a:rPr lang="en-US" sz="1200" dirty="0"/>
                        <a:t>Inrush current, over voltage, over current, surge protection and reverse polarity protection</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026551922"/>
                  </a:ext>
                </a:extLst>
              </a:tr>
            </a:tbl>
          </a:graphicData>
        </a:graphic>
      </p:graphicFrame>
    </p:spTree>
    <p:extLst>
      <p:ext uri="{BB962C8B-B14F-4D97-AF65-F5344CB8AC3E}">
        <p14:creationId xmlns:p14="http://schemas.microsoft.com/office/powerpoint/2010/main" val="4104251895"/>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89094-F900-828E-B41E-11A7B46FC488}"/>
              </a:ext>
            </a:extLst>
          </p:cNvPr>
          <p:cNvSpPr>
            <a:spLocks noGrp="1"/>
          </p:cNvSpPr>
          <p:nvPr>
            <p:ph type="title"/>
          </p:nvPr>
        </p:nvSpPr>
        <p:spPr/>
        <p:txBody>
          <a:bodyPr/>
          <a:lstStyle/>
          <a:p>
            <a:r>
              <a:rPr lang="en-US" dirty="0"/>
              <a:t>BEE – Control Board Requirements</a:t>
            </a:r>
          </a:p>
        </p:txBody>
      </p:sp>
      <p:sp>
        <p:nvSpPr>
          <p:cNvPr id="3" name="TextBox 2">
            <a:extLst>
              <a:ext uri="{FF2B5EF4-FFF2-40B4-BE49-F238E27FC236}">
                <a16:creationId xmlns:a16="http://schemas.microsoft.com/office/drawing/2014/main" id="{FB2747C0-8370-C13B-08B3-289C98FB8505}"/>
              </a:ext>
            </a:extLst>
          </p:cNvPr>
          <p:cNvSpPr txBox="1"/>
          <p:nvPr/>
        </p:nvSpPr>
        <p:spPr>
          <a:xfrm flipH="1">
            <a:off x="550861" y="1314840"/>
            <a:ext cx="10286936" cy="2349361"/>
          </a:xfrm>
          <a:prstGeom prst="rect">
            <a:avLst/>
          </a:prstGeom>
          <a:noFill/>
        </p:spPr>
        <p:txBody>
          <a:bodyPr wrap="square" lIns="0" tIns="0" rIns="0" bIns="0" rtlCol="0">
            <a:spAutoFit/>
          </a:bodyPr>
          <a:lstStyle/>
          <a:p>
            <a:pPr algn="l">
              <a:lnSpc>
                <a:spcPct val="150000"/>
              </a:lnSpc>
            </a:pPr>
            <a:r>
              <a:rPr lang="en-US" sz="1200" b="1" dirty="0"/>
              <a:t>Documents &amp; Deliverables:</a:t>
            </a:r>
            <a:endParaRPr lang="en-US" sz="1200" dirty="0"/>
          </a:p>
          <a:p>
            <a:pPr marL="342900" indent="-342900" algn="l">
              <a:lnSpc>
                <a:spcPct val="150000"/>
              </a:lnSpc>
              <a:buFont typeface="Arial" panose="020B0604020202020204" pitchFamily="34" charset="0"/>
              <a:buChar char="•"/>
            </a:pPr>
            <a:r>
              <a:rPr lang="en-US" sz="1200" dirty="0"/>
              <a:t>Quotation</a:t>
            </a:r>
          </a:p>
          <a:p>
            <a:pPr marL="342900" indent="-342900" algn="l">
              <a:lnSpc>
                <a:spcPct val="150000"/>
              </a:lnSpc>
              <a:buFont typeface="Arial" panose="020B0604020202020204" pitchFamily="34" charset="0"/>
              <a:buChar char="•"/>
            </a:pPr>
            <a:r>
              <a:rPr lang="en-US" sz="1200" dirty="0"/>
              <a:t>Investment</a:t>
            </a:r>
          </a:p>
          <a:p>
            <a:pPr marL="342900" indent="-342900" algn="l">
              <a:lnSpc>
                <a:spcPct val="150000"/>
              </a:lnSpc>
              <a:buFont typeface="Arial" panose="020B0604020202020204" pitchFamily="34" charset="0"/>
              <a:buChar char="•"/>
            </a:pPr>
            <a:r>
              <a:rPr lang="en-US" sz="1200" dirty="0"/>
              <a:t>Timeline</a:t>
            </a:r>
          </a:p>
          <a:p>
            <a:pPr marL="342900" indent="-342900" algn="l">
              <a:lnSpc>
                <a:spcPct val="150000"/>
              </a:lnSpc>
              <a:buFont typeface="Arial" panose="020B0604020202020204" pitchFamily="34" charset="0"/>
              <a:buChar char="•"/>
            </a:pPr>
            <a:r>
              <a:rPr lang="en-US" sz="1200" dirty="0"/>
              <a:t>Deliverables (Refer Slide 8)</a:t>
            </a:r>
          </a:p>
          <a:p>
            <a:pPr marL="342900" indent="-342900" algn="l">
              <a:lnSpc>
                <a:spcPct val="150000"/>
              </a:lnSpc>
              <a:buFont typeface="Arial" panose="020B0604020202020204" pitchFamily="34" charset="0"/>
              <a:buChar char="•"/>
            </a:pPr>
            <a:r>
              <a:rPr lang="en-US" sz="1200" dirty="0"/>
              <a:t>Compliance : Reach and RoHS, PFAS, EMI/EMC</a:t>
            </a:r>
          </a:p>
          <a:p>
            <a:pPr marL="342900" indent="-342900">
              <a:lnSpc>
                <a:spcPct val="150000"/>
              </a:lnSpc>
              <a:buFont typeface="Arial" panose="020B0604020202020204" pitchFamily="34" charset="0"/>
              <a:buChar char="•"/>
            </a:pPr>
            <a:r>
              <a:rPr lang="en-US" sz="1200" dirty="0"/>
              <a:t>Certifications : CE, FCC, UKCA, UL </a:t>
            </a:r>
            <a:r>
              <a:rPr lang="en-US" sz="1200" strike="sngStrike" dirty="0"/>
              <a:t>and</a:t>
            </a:r>
            <a:r>
              <a:rPr lang="en-US" sz="1200" dirty="0"/>
              <a:t> </a:t>
            </a:r>
            <a:r>
              <a:rPr lang="en-US" sz="1200" strike="sngStrike" dirty="0"/>
              <a:t>Wireless Connectivity certifications (For connectivity version) </a:t>
            </a:r>
          </a:p>
          <a:p>
            <a:pPr algn="l">
              <a:lnSpc>
                <a:spcPct val="150000"/>
              </a:lnSpc>
            </a:pPr>
            <a:endParaRPr lang="en-US" sz="2000" dirty="0"/>
          </a:p>
        </p:txBody>
      </p:sp>
      <p:sp>
        <p:nvSpPr>
          <p:cNvPr id="4" name="TextBox 3">
            <a:extLst>
              <a:ext uri="{FF2B5EF4-FFF2-40B4-BE49-F238E27FC236}">
                <a16:creationId xmlns:a16="http://schemas.microsoft.com/office/drawing/2014/main" id="{BBF935F7-40F3-05A9-610A-91FA77AEFE83}"/>
              </a:ext>
            </a:extLst>
          </p:cNvPr>
          <p:cNvSpPr txBox="1"/>
          <p:nvPr/>
        </p:nvSpPr>
        <p:spPr>
          <a:xfrm flipH="1">
            <a:off x="550861" y="3402735"/>
            <a:ext cx="10523537" cy="2739211"/>
          </a:xfrm>
          <a:prstGeom prst="rect">
            <a:avLst/>
          </a:prstGeom>
          <a:noFill/>
        </p:spPr>
        <p:txBody>
          <a:bodyPr wrap="square" lIns="0" tIns="0" rIns="0" bIns="0" rtlCol="0">
            <a:spAutoFit/>
          </a:bodyPr>
          <a:lstStyle/>
          <a:p>
            <a:pPr algn="l">
              <a:lnSpc>
                <a:spcPct val="150000"/>
              </a:lnSpc>
            </a:pPr>
            <a:r>
              <a:rPr lang="en-US" sz="1200" b="1" dirty="0"/>
              <a:t>Note: </a:t>
            </a:r>
          </a:p>
          <a:p>
            <a:pPr marL="171450" indent="-171450" algn="l">
              <a:lnSpc>
                <a:spcPct val="150000"/>
              </a:lnSpc>
              <a:buFontTx/>
              <a:buChar char="-"/>
            </a:pPr>
            <a:r>
              <a:rPr lang="en-US" sz="1200" dirty="0"/>
              <a:t>Connectors can be removed to meet the target cost, wires can be soldered directly to the board</a:t>
            </a:r>
          </a:p>
          <a:p>
            <a:pPr marL="171450" indent="-171450">
              <a:lnSpc>
                <a:spcPct val="150000"/>
              </a:lnSpc>
              <a:buFontTx/>
              <a:buChar char="-"/>
            </a:pPr>
            <a:r>
              <a:rPr lang="en-US" sz="1200" strike="sngStrike" dirty="0"/>
              <a:t>LoRa communication will be 1</a:t>
            </a:r>
            <a:r>
              <a:rPr lang="en-US" sz="1200" strike="sngStrike" baseline="30000" dirty="0"/>
              <a:t>st</a:t>
            </a:r>
            <a:r>
              <a:rPr lang="en-US" sz="1200" strike="sngStrike" dirty="0"/>
              <a:t> priority, provision for Bluetooth and Wi-Fi connectivity shall be provided in the board for connectivity version</a:t>
            </a:r>
          </a:p>
          <a:p>
            <a:pPr marL="171450" indent="-171450">
              <a:lnSpc>
                <a:spcPct val="150000"/>
              </a:lnSpc>
              <a:buFontTx/>
              <a:buChar char="-"/>
            </a:pPr>
            <a:r>
              <a:rPr lang="en-US" sz="1200" dirty="0"/>
              <a:t>Various Input and display options to be explored and best option shall be selected for BEE</a:t>
            </a:r>
          </a:p>
          <a:p>
            <a:pPr marL="171450" indent="-171450">
              <a:lnSpc>
                <a:spcPct val="150000"/>
              </a:lnSpc>
              <a:buFontTx/>
              <a:buChar char="-"/>
            </a:pPr>
            <a:r>
              <a:rPr lang="en-US" sz="1200" strike="sngStrike" dirty="0"/>
              <a:t>Multiple battery options shall be suggested </a:t>
            </a:r>
          </a:p>
          <a:p>
            <a:pPr marL="171450" indent="-171450">
              <a:lnSpc>
                <a:spcPct val="150000"/>
              </a:lnSpc>
              <a:buFontTx/>
              <a:buChar char="-"/>
            </a:pPr>
            <a:r>
              <a:rPr lang="en-US" sz="1200" dirty="0"/>
              <a:t>Additional HW or SW features other than the standard requirement can be proposed as delighters</a:t>
            </a:r>
          </a:p>
          <a:p>
            <a:pPr marL="171450" indent="-171450">
              <a:lnSpc>
                <a:spcPct val="150000"/>
              </a:lnSpc>
              <a:buFontTx/>
              <a:buChar char="-"/>
            </a:pPr>
            <a:r>
              <a:rPr lang="en-US" sz="1200" dirty="0"/>
              <a:t>Different DC motor options shall be explored with 1.5 to 2Nm torque and 60 RPM</a:t>
            </a:r>
          </a:p>
          <a:p>
            <a:pPr marL="171450" indent="-171450">
              <a:lnSpc>
                <a:spcPct val="150000"/>
              </a:lnSpc>
              <a:buFontTx/>
              <a:buChar char="-"/>
            </a:pPr>
            <a:r>
              <a:rPr lang="en-US" sz="1200" dirty="0"/>
              <a:t>User friendly PLC communication shall be used for basic version</a:t>
            </a:r>
          </a:p>
          <a:p>
            <a:pPr marL="171450" indent="-171450">
              <a:lnSpc>
                <a:spcPct val="150000"/>
              </a:lnSpc>
              <a:buFontTx/>
              <a:buChar char="-"/>
            </a:pPr>
            <a:r>
              <a:rPr lang="en-US" sz="1200" strike="sngStrike" dirty="0"/>
              <a:t>Identify and propose reliable battery adapter and charger source</a:t>
            </a:r>
          </a:p>
          <a:p>
            <a:pPr marL="171450" indent="-171450">
              <a:lnSpc>
                <a:spcPct val="150000"/>
              </a:lnSpc>
              <a:buFontTx/>
              <a:buChar char="-"/>
            </a:pPr>
            <a:r>
              <a:rPr lang="en-US" sz="1200" dirty="0"/>
              <a:t>Membrane sticker with Keys and led must be provided</a:t>
            </a:r>
          </a:p>
        </p:txBody>
      </p:sp>
    </p:spTree>
    <p:extLst>
      <p:ext uri="{BB962C8B-B14F-4D97-AF65-F5344CB8AC3E}">
        <p14:creationId xmlns:p14="http://schemas.microsoft.com/office/powerpoint/2010/main" val="2742095490"/>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064E1-A1DE-371F-A681-8D3E6E89EA01}"/>
            </a:ext>
          </a:extLst>
        </p:cNvPr>
        <p:cNvGrpSpPr/>
        <p:nvPr/>
      </p:nvGrpSpPr>
      <p:grpSpPr>
        <a:xfrm>
          <a:off x="0" y="0"/>
          <a:ext cx="0" cy="0"/>
          <a:chOff x="0" y="0"/>
          <a:chExt cx="0" cy="0"/>
        </a:xfrm>
      </p:grpSpPr>
      <p:sp>
        <p:nvSpPr>
          <p:cNvPr id="2092" name="Rectangle: Rounded Corners 2091">
            <a:extLst>
              <a:ext uri="{FF2B5EF4-FFF2-40B4-BE49-F238E27FC236}">
                <a16:creationId xmlns:a16="http://schemas.microsoft.com/office/drawing/2014/main" id="{93BE1D2A-C15A-5B5A-6097-209A3DD37D71}"/>
              </a:ext>
            </a:extLst>
          </p:cNvPr>
          <p:cNvSpPr/>
          <p:nvPr/>
        </p:nvSpPr>
        <p:spPr>
          <a:xfrm>
            <a:off x="3352800" y="0"/>
            <a:ext cx="3540262" cy="6858000"/>
          </a:xfrm>
          <a:prstGeom prst="roundRect">
            <a:avLst>
              <a:gd name="adj" fmla="val 3464"/>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7000"/>
              </a:lnSpc>
              <a:spcBef>
                <a:spcPts val="1200"/>
              </a:spcBef>
            </a:pPr>
            <a:endParaRPr lang="en-GB" sz="1600" spc="-20" noProof="0" dirty="0"/>
          </a:p>
        </p:txBody>
      </p:sp>
      <p:grpSp>
        <p:nvGrpSpPr>
          <p:cNvPr id="2077" name="Group 2076">
            <a:extLst>
              <a:ext uri="{FF2B5EF4-FFF2-40B4-BE49-F238E27FC236}">
                <a16:creationId xmlns:a16="http://schemas.microsoft.com/office/drawing/2014/main" id="{38F5CAC2-F65C-401B-7C8E-D4E2544ED47B}"/>
              </a:ext>
            </a:extLst>
          </p:cNvPr>
          <p:cNvGrpSpPr/>
          <p:nvPr/>
        </p:nvGrpSpPr>
        <p:grpSpPr>
          <a:xfrm>
            <a:off x="3477885" y="5064558"/>
            <a:ext cx="3276565" cy="1354237"/>
            <a:chOff x="7641383" y="3101659"/>
            <a:chExt cx="3276565" cy="1354237"/>
          </a:xfrm>
        </p:grpSpPr>
        <p:grpSp>
          <p:nvGrpSpPr>
            <p:cNvPr id="2073" name="Group 2072">
              <a:extLst>
                <a:ext uri="{FF2B5EF4-FFF2-40B4-BE49-F238E27FC236}">
                  <a16:creationId xmlns:a16="http://schemas.microsoft.com/office/drawing/2014/main" id="{D8CCB427-C92B-96CB-F287-0489DE04E499}"/>
                </a:ext>
              </a:extLst>
            </p:cNvPr>
            <p:cNvGrpSpPr/>
            <p:nvPr/>
          </p:nvGrpSpPr>
          <p:grpSpPr>
            <a:xfrm>
              <a:off x="7641383" y="3101659"/>
              <a:ext cx="3276565" cy="1354237"/>
              <a:chOff x="7641383" y="698169"/>
              <a:chExt cx="3276565" cy="1354237"/>
            </a:xfrm>
          </p:grpSpPr>
          <p:sp>
            <p:nvSpPr>
              <p:cNvPr id="2074" name="Rectangle: Rounded Corners 2073">
                <a:extLst>
                  <a:ext uri="{FF2B5EF4-FFF2-40B4-BE49-F238E27FC236}">
                    <a16:creationId xmlns:a16="http://schemas.microsoft.com/office/drawing/2014/main" id="{33364395-D787-29D2-D633-EC06F2C35D8B}"/>
                  </a:ext>
                </a:extLst>
              </p:cNvPr>
              <p:cNvSpPr/>
              <p:nvPr/>
            </p:nvSpPr>
            <p:spPr>
              <a:xfrm>
                <a:off x="7641383" y="698169"/>
                <a:ext cx="3276565" cy="1354237"/>
              </a:xfrm>
              <a:prstGeom prst="roundRect">
                <a:avLst>
                  <a:gd name="adj" fmla="val 567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GB" sz="1600" b="1" i="1" noProof="0" dirty="0">
                    <a:solidFill>
                      <a:schemeClr val="accent1"/>
                    </a:solidFill>
                  </a:rPr>
                  <a:t>Single Line System</a:t>
                </a:r>
              </a:p>
            </p:txBody>
          </p:sp>
          <p:pic>
            <p:nvPicPr>
              <p:cNvPr id="2075" name="Picture 2074">
                <a:extLst>
                  <a:ext uri="{FF2B5EF4-FFF2-40B4-BE49-F238E27FC236}">
                    <a16:creationId xmlns:a16="http://schemas.microsoft.com/office/drawing/2014/main" id="{C0467CDE-CD91-FF3C-7D7A-A3AE120AB8A0}"/>
                  </a:ext>
                </a:extLst>
              </p:cNvPr>
              <p:cNvPicPr>
                <a:picLocks noChangeAspect="1"/>
              </p:cNvPicPr>
              <p:nvPr/>
            </p:nvPicPr>
            <p:blipFill>
              <a:blip r:embed="rId3"/>
              <a:stretch>
                <a:fillRect/>
              </a:stretch>
            </p:blipFill>
            <p:spPr>
              <a:xfrm>
                <a:off x="9846302" y="1011249"/>
                <a:ext cx="870043" cy="858520"/>
              </a:xfrm>
              <a:prstGeom prst="rect">
                <a:avLst/>
              </a:prstGeom>
            </p:spPr>
          </p:pic>
        </p:grpSp>
        <p:pic>
          <p:nvPicPr>
            <p:cNvPr id="10" name="Picture 9">
              <a:extLst>
                <a:ext uri="{FF2B5EF4-FFF2-40B4-BE49-F238E27FC236}">
                  <a16:creationId xmlns:a16="http://schemas.microsoft.com/office/drawing/2014/main" id="{C072E12E-1D70-1145-4FB4-C1ABAF2F141A}"/>
                </a:ext>
              </a:extLst>
            </p:cNvPr>
            <p:cNvPicPr>
              <a:picLocks noChangeAspect="1"/>
            </p:cNvPicPr>
            <p:nvPr/>
          </p:nvPicPr>
          <p:blipFill>
            <a:blip r:embed="rId4"/>
            <a:srcRect l="9003" r="38094"/>
            <a:stretch/>
          </p:blipFill>
          <p:spPr>
            <a:xfrm>
              <a:off x="8197447" y="3425807"/>
              <a:ext cx="913971" cy="971791"/>
            </a:xfrm>
            <a:prstGeom prst="rect">
              <a:avLst/>
            </a:prstGeom>
          </p:spPr>
        </p:pic>
      </p:grpSp>
      <p:sp>
        <p:nvSpPr>
          <p:cNvPr id="23" name="Title 1">
            <a:extLst>
              <a:ext uri="{FF2B5EF4-FFF2-40B4-BE49-F238E27FC236}">
                <a16:creationId xmlns:a16="http://schemas.microsoft.com/office/drawing/2014/main" id="{5AEAC737-7F2C-7578-14BC-9C1E0A33C9A6}"/>
              </a:ext>
            </a:extLst>
          </p:cNvPr>
          <p:cNvSpPr>
            <a:spLocks noGrp="1"/>
          </p:cNvSpPr>
          <p:nvPr>
            <p:ph type="title"/>
          </p:nvPr>
        </p:nvSpPr>
        <p:spPr>
          <a:xfrm>
            <a:off x="193676" y="690409"/>
            <a:ext cx="3040283" cy="2428742"/>
          </a:xfrm>
        </p:spPr>
        <p:txBody>
          <a:bodyPr/>
          <a:lstStyle/>
          <a:p>
            <a:r>
              <a:rPr lang="en-GB" noProof="0" dirty="0"/>
              <a:t>Release phase &amp; Max nr pump strokes</a:t>
            </a:r>
          </a:p>
        </p:txBody>
      </p:sp>
      <p:grpSp>
        <p:nvGrpSpPr>
          <p:cNvPr id="2055" name="Group 2054">
            <a:extLst>
              <a:ext uri="{FF2B5EF4-FFF2-40B4-BE49-F238E27FC236}">
                <a16:creationId xmlns:a16="http://schemas.microsoft.com/office/drawing/2014/main" id="{495518FD-B67F-3C60-09F9-79BEB9958261}"/>
              </a:ext>
            </a:extLst>
          </p:cNvPr>
          <p:cNvGrpSpPr/>
          <p:nvPr/>
        </p:nvGrpSpPr>
        <p:grpSpPr>
          <a:xfrm>
            <a:off x="3462848" y="1587180"/>
            <a:ext cx="3276565" cy="1842546"/>
            <a:chOff x="3500437" y="1028387"/>
            <a:chExt cx="3276565" cy="1842546"/>
          </a:xfrm>
        </p:grpSpPr>
        <p:sp>
          <p:nvSpPr>
            <p:cNvPr id="16" name="Rectangle: Rounded Corners 15">
              <a:extLst>
                <a:ext uri="{FF2B5EF4-FFF2-40B4-BE49-F238E27FC236}">
                  <a16:creationId xmlns:a16="http://schemas.microsoft.com/office/drawing/2014/main" id="{5543684A-7A9F-808D-6D33-6FF2DE1B151C}"/>
                </a:ext>
              </a:extLst>
            </p:cNvPr>
            <p:cNvSpPr/>
            <p:nvPr/>
          </p:nvSpPr>
          <p:spPr>
            <a:xfrm>
              <a:off x="3500437" y="1028387"/>
              <a:ext cx="3276565" cy="1842546"/>
            </a:xfrm>
            <a:prstGeom prst="roundRect">
              <a:avLst>
                <a:gd name="adj" fmla="val 567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GB" sz="1600" b="1" i="1" noProof="0" dirty="0">
                  <a:solidFill>
                    <a:schemeClr val="accent1"/>
                  </a:solidFill>
                </a:rPr>
                <a:t>Multi-point Lubricator (2 to 6)</a:t>
              </a:r>
            </a:p>
          </p:txBody>
        </p:sp>
        <p:pic>
          <p:nvPicPr>
            <p:cNvPr id="17" name="Grafik 21">
              <a:extLst>
                <a:ext uri="{FF2B5EF4-FFF2-40B4-BE49-F238E27FC236}">
                  <a16:creationId xmlns:a16="http://schemas.microsoft.com/office/drawing/2014/main" id="{DCE74A2E-3BE0-9E39-F275-E6DAB1A8B809}"/>
                </a:ext>
              </a:extLst>
            </p:cNvPr>
            <p:cNvPicPr>
              <a:picLocks noChangeAspect="1"/>
            </p:cNvPicPr>
            <p:nvPr/>
          </p:nvPicPr>
          <p:blipFill>
            <a:blip r:embed="rId5"/>
            <a:stretch>
              <a:fillRect/>
            </a:stretch>
          </p:blipFill>
          <p:spPr>
            <a:xfrm>
              <a:off x="3714404" y="1347408"/>
              <a:ext cx="347937" cy="344134"/>
            </a:xfrm>
            <a:prstGeom prst="rect">
              <a:avLst/>
            </a:prstGeom>
          </p:spPr>
        </p:pic>
        <p:pic>
          <p:nvPicPr>
            <p:cNvPr id="25" name="Grafik 1">
              <a:extLst>
                <a:ext uri="{FF2B5EF4-FFF2-40B4-BE49-F238E27FC236}">
                  <a16:creationId xmlns:a16="http://schemas.microsoft.com/office/drawing/2014/main" id="{509DA931-A17A-201D-52AA-8BF68CB39B2E}"/>
                </a:ext>
              </a:extLst>
            </p:cNvPr>
            <p:cNvPicPr>
              <a:picLocks noChangeAspect="1"/>
            </p:cNvPicPr>
            <p:nvPr/>
          </p:nvPicPr>
          <p:blipFill>
            <a:blip r:embed="rId5"/>
            <a:stretch>
              <a:fillRect/>
            </a:stretch>
          </p:blipFill>
          <p:spPr>
            <a:xfrm>
              <a:off x="4141124" y="1592791"/>
              <a:ext cx="347937" cy="344134"/>
            </a:xfrm>
            <a:prstGeom prst="rect">
              <a:avLst/>
            </a:prstGeom>
          </p:spPr>
        </p:pic>
        <p:pic>
          <p:nvPicPr>
            <p:cNvPr id="30" name="Picture 29">
              <a:extLst>
                <a:ext uri="{FF2B5EF4-FFF2-40B4-BE49-F238E27FC236}">
                  <a16:creationId xmlns:a16="http://schemas.microsoft.com/office/drawing/2014/main" id="{2B391527-19DA-55D2-B5F4-682D35ADC531}"/>
                </a:ext>
              </a:extLst>
            </p:cNvPr>
            <p:cNvPicPr>
              <a:picLocks noChangeAspect="1"/>
            </p:cNvPicPr>
            <p:nvPr/>
          </p:nvPicPr>
          <p:blipFill>
            <a:blip r:embed="rId3"/>
            <a:stretch>
              <a:fillRect/>
            </a:stretch>
          </p:blipFill>
          <p:spPr>
            <a:xfrm>
              <a:off x="5628188" y="1806161"/>
              <a:ext cx="939090" cy="926652"/>
            </a:xfrm>
            <a:prstGeom prst="rect">
              <a:avLst/>
            </a:prstGeom>
          </p:spPr>
        </p:pic>
        <p:pic>
          <p:nvPicPr>
            <p:cNvPr id="26" name="Grafik 5">
              <a:extLst>
                <a:ext uri="{FF2B5EF4-FFF2-40B4-BE49-F238E27FC236}">
                  <a16:creationId xmlns:a16="http://schemas.microsoft.com/office/drawing/2014/main" id="{FB71244A-43A9-0910-ED0B-A74155FEF34A}"/>
                </a:ext>
              </a:extLst>
            </p:cNvPr>
            <p:cNvPicPr>
              <a:picLocks noChangeAspect="1"/>
            </p:cNvPicPr>
            <p:nvPr/>
          </p:nvPicPr>
          <p:blipFill>
            <a:blip r:embed="rId5"/>
            <a:stretch>
              <a:fillRect/>
            </a:stretch>
          </p:blipFill>
          <p:spPr>
            <a:xfrm>
              <a:off x="3714403" y="1785242"/>
              <a:ext cx="347937" cy="344134"/>
            </a:xfrm>
            <a:prstGeom prst="rect">
              <a:avLst/>
            </a:prstGeom>
          </p:spPr>
        </p:pic>
        <p:pic>
          <p:nvPicPr>
            <p:cNvPr id="33" name="Grafik 21">
              <a:extLst>
                <a:ext uri="{FF2B5EF4-FFF2-40B4-BE49-F238E27FC236}">
                  <a16:creationId xmlns:a16="http://schemas.microsoft.com/office/drawing/2014/main" id="{631D6DD0-BAC2-9A4E-9D01-90CD7811162B}"/>
                </a:ext>
              </a:extLst>
            </p:cNvPr>
            <p:cNvPicPr>
              <a:picLocks noChangeAspect="1"/>
            </p:cNvPicPr>
            <p:nvPr/>
          </p:nvPicPr>
          <p:blipFill>
            <a:blip r:embed="rId5"/>
            <a:stretch>
              <a:fillRect/>
            </a:stretch>
          </p:blipFill>
          <p:spPr>
            <a:xfrm>
              <a:off x="4171604" y="2028493"/>
              <a:ext cx="347937" cy="344134"/>
            </a:xfrm>
            <a:prstGeom prst="rect">
              <a:avLst/>
            </a:prstGeom>
          </p:spPr>
        </p:pic>
        <p:pic>
          <p:nvPicPr>
            <p:cNvPr id="34" name="Grafik 1">
              <a:extLst>
                <a:ext uri="{FF2B5EF4-FFF2-40B4-BE49-F238E27FC236}">
                  <a16:creationId xmlns:a16="http://schemas.microsoft.com/office/drawing/2014/main" id="{0E55194E-704A-3D8F-14FB-ABE425F1BA79}"/>
                </a:ext>
              </a:extLst>
            </p:cNvPr>
            <p:cNvPicPr>
              <a:picLocks noChangeAspect="1"/>
            </p:cNvPicPr>
            <p:nvPr/>
          </p:nvPicPr>
          <p:blipFill>
            <a:blip r:embed="rId5"/>
            <a:stretch>
              <a:fillRect/>
            </a:stretch>
          </p:blipFill>
          <p:spPr>
            <a:xfrm>
              <a:off x="3714404" y="2243396"/>
              <a:ext cx="347937" cy="344134"/>
            </a:xfrm>
            <a:prstGeom prst="rect">
              <a:avLst/>
            </a:prstGeom>
          </p:spPr>
        </p:pic>
        <p:pic>
          <p:nvPicPr>
            <p:cNvPr id="35" name="Grafik 5">
              <a:extLst>
                <a:ext uri="{FF2B5EF4-FFF2-40B4-BE49-F238E27FC236}">
                  <a16:creationId xmlns:a16="http://schemas.microsoft.com/office/drawing/2014/main" id="{1C0D74B1-781B-43B0-8471-A16D80F048BC}"/>
                </a:ext>
              </a:extLst>
            </p:cNvPr>
            <p:cNvPicPr>
              <a:picLocks noChangeAspect="1"/>
            </p:cNvPicPr>
            <p:nvPr/>
          </p:nvPicPr>
          <p:blipFill>
            <a:blip r:embed="rId5"/>
            <a:stretch>
              <a:fillRect/>
            </a:stretch>
          </p:blipFill>
          <p:spPr>
            <a:xfrm>
              <a:off x="4110643" y="2476487"/>
              <a:ext cx="347937" cy="344134"/>
            </a:xfrm>
            <a:prstGeom prst="rect">
              <a:avLst/>
            </a:prstGeom>
          </p:spPr>
        </p:pic>
        <p:cxnSp>
          <p:nvCxnSpPr>
            <p:cNvPr id="37" name="Connector: Elbow 36">
              <a:extLst>
                <a:ext uri="{FF2B5EF4-FFF2-40B4-BE49-F238E27FC236}">
                  <a16:creationId xmlns:a16="http://schemas.microsoft.com/office/drawing/2014/main" id="{5C996E83-DD0A-70DA-6DE0-18A0E0028BCF}"/>
                </a:ext>
              </a:extLst>
            </p:cNvPr>
            <p:cNvCxnSpPr>
              <a:cxnSpLocks/>
              <a:stCxn id="17" idx="3"/>
            </p:cNvCxnSpPr>
            <p:nvPr/>
          </p:nvCxnSpPr>
          <p:spPr>
            <a:xfrm>
              <a:off x="4062341" y="1519475"/>
              <a:ext cx="1536397" cy="820332"/>
            </a:xfrm>
            <a:prstGeom prst="bentConnector3">
              <a:avLst>
                <a:gd name="adj1" fmla="val 59919"/>
              </a:avLst>
            </a:prstGeom>
            <a:ln w="19050">
              <a:solidFill>
                <a:srgbClr val="F86516"/>
              </a:solidFill>
            </a:ln>
          </p:spPr>
          <p:style>
            <a:lnRef idx="1">
              <a:schemeClr val="accent5"/>
            </a:lnRef>
            <a:fillRef idx="0">
              <a:schemeClr val="accent5"/>
            </a:fillRef>
            <a:effectRef idx="0">
              <a:schemeClr val="accent5"/>
            </a:effectRef>
            <a:fontRef idx="minor">
              <a:schemeClr val="tx1"/>
            </a:fontRef>
          </p:style>
        </p:cxnSp>
        <p:cxnSp>
          <p:nvCxnSpPr>
            <p:cNvPr id="39" name="Connector: Elbow 38">
              <a:extLst>
                <a:ext uri="{FF2B5EF4-FFF2-40B4-BE49-F238E27FC236}">
                  <a16:creationId xmlns:a16="http://schemas.microsoft.com/office/drawing/2014/main" id="{3F6B4834-CB86-0DA5-BF03-BF568AB368F2}"/>
                </a:ext>
              </a:extLst>
            </p:cNvPr>
            <p:cNvCxnSpPr>
              <a:cxnSpLocks/>
            </p:cNvCxnSpPr>
            <p:nvPr/>
          </p:nvCxnSpPr>
          <p:spPr>
            <a:xfrm>
              <a:off x="4500972" y="1764858"/>
              <a:ext cx="1097766" cy="693122"/>
            </a:xfrm>
            <a:prstGeom prst="bentConnector3">
              <a:avLst>
                <a:gd name="adj1" fmla="val 38142"/>
              </a:avLst>
            </a:prstGeom>
            <a:ln w="19050">
              <a:solidFill>
                <a:srgbClr val="F86516"/>
              </a:solidFill>
            </a:ln>
          </p:spPr>
          <p:style>
            <a:lnRef idx="1">
              <a:schemeClr val="accent5"/>
            </a:lnRef>
            <a:fillRef idx="0">
              <a:schemeClr val="accent5"/>
            </a:fillRef>
            <a:effectRef idx="0">
              <a:schemeClr val="accent5"/>
            </a:effectRef>
            <a:fontRef idx="minor">
              <a:schemeClr val="tx1"/>
            </a:fontRef>
          </p:style>
        </p:cxnSp>
        <p:cxnSp>
          <p:nvCxnSpPr>
            <p:cNvPr id="47" name="Connector: Elbow 46">
              <a:extLst>
                <a:ext uri="{FF2B5EF4-FFF2-40B4-BE49-F238E27FC236}">
                  <a16:creationId xmlns:a16="http://schemas.microsoft.com/office/drawing/2014/main" id="{1CB489B4-5968-4CF7-DC5E-E9E757D62CAF}"/>
                </a:ext>
              </a:extLst>
            </p:cNvPr>
            <p:cNvCxnSpPr>
              <a:cxnSpLocks/>
              <a:stCxn id="26" idx="3"/>
            </p:cNvCxnSpPr>
            <p:nvPr/>
          </p:nvCxnSpPr>
          <p:spPr>
            <a:xfrm>
              <a:off x="4062340" y="1957309"/>
              <a:ext cx="1553937" cy="536468"/>
            </a:xfrm>
            <a:prstGeom prst="bentConnector3">
              <a:avLst>
                <a:gd name="adj1" fmla="val 50000"/>
              </a:avLst>
            </a:prstGeom>
            <a:ln w="19050">
              <a:solidFill>
                <a:srgbClr val="F86516"/>
              </a:solidFill>
            </a:ln>
          </p:spPr>
          <p:style>
            <a:lnRef idx="1">
              <a:schemeClr val="accent5"/>
            </a:lnRef>
            <a:fillRef idx="0">
              <a:schemeClr val="accent5"/>
            </a:fillRef>
            <a:effectRef idx="0">
              <a:schemeClr val="accent5"/>
            </a:effectRef>
            <a:fontRef idx="minor">
              <a:schemeClr val="tx1"/>
            </a:fontRef>
          </p:style>
        </p:cxnSp>
        <p:cxnSp>
          <p:nvCxnSpPr>
            <p:cNvPr id="56" name="Connector: Elbow 55">
              <a:extLst>
                <a:ext uri="{FF2B5EF4-FFF2-40B4-BE49-F238E27FC236}">
                  <a16:creationId xmlns:a16="http://schemas.microsoft.com/office/drawing/2014/main" id="{DE3D633E-A9A5-302D-C0F3-41E75EBFFE52}"/>
                </a:ext>
              </a:extLst>
            </p:cNvPr>
            <p:cNvCxnSpPr>
              <a:cxnSpLocks/>
              <a:stCxn id="33" idx="3"/>
            </p:cNvCxnSpPr>
            <p:nvPr/>
          </p:nvCxnSpPr>
          <p:spPr>
            <a:xfrm>
              <a:off x="4519541" y="2200560"/>
              <a:ext cx="1090781" cy="359798"/>
            </a:xfrm>
            <a:prstGeom prst="bentConnector3">
              <a:avLst>
                <a:gd name="adj1" fmla="val 22493"/>
              </a:avLst>
            </a:prstGeom>
            <a:ln w="19050">
              <a:solidFill>
                <a:srgbClr val="F86516"/>
              </a:solidFill>
            </a:ln>
          </p:spPr>
          <p:style>
            <a:lnRef idx="1">
              <a:schemeClr val="accent5"/>
            </a:lnRef>
            <a:fillRef idx="0">
              <a:schemeClr val="accent5"/>
            </a:fillRef>
            <a:effectRef idx="0">
              <a:schemeClr val="accent5"/>
            </a:effectRef>
            <a:fontRef idx="minor">
              <a:schemeClr val="tx1"/>
            </a:fontRef>
          </p:style>
        </p:cxnSp>
        <p:cxnSp>
          <p:nvCxnSpPr>
            <p:cNvPr id="62" name="Connector: Elbow 61">
              <a:extLst>
                <a:ext uri="{FF2B5EF4-FFF2-40B4-BE49-F238E27FC236}">
                  <a16:creationId xmlns:a16="http://schemas.microsoft.com/office/drawing/2014/main" id="{2CA97747-2257-FE1F-F3A9-DAB51EC99B17}"/>
                </a:ext>
              </a:extLst>
            </p:cNvPr>
            <p:cNvCxnSpPr>
              <a:cxnSpLocks/>
              <a:stCxn id="34" idx="3"/>
            </p:cNvCxnSpPr>
            <p:nvPr/>
          </p:nvCxnSpPr>
          <p:spPr>
            <a:xfrm>
              <a:off x="4062341" y="2415463"/>
              <a:ext cx="1537522" cy="198874"/>
            </a:xfrm>
            <a:prstGeom prst="bentConnector3">
              <a:avLst>
                <a:gd name="adj1" fmla="val 41792"/>
              </a:avLst>
            </a:prstGeom>
            <a:ln w="19050">
              <a:solidFill>
                <a:srgbClr val="F86516"/>
              </a:solidFill>
            </a:ln>
          </p:spPr>
          <p:style>
            <a:lnRef idx="1">
              <a:schemeClr val="accent5"/>
            </a:lnRef>
            <a:fillRef idx="0">
              <a:schemeClr val="accent5"/>
            </a:fillRef>
            <a:effectRef idx="0">
              <a:schemeClr val="accent5"/>
            </a:effectRef>
            <a:fontRef idx="minor">
              <a:schemeClr val="tx1"/>
            </a:fontRef>
          </p:style>
        </p:cxnSp>
        <p:cxnSp>
          <p:nvCxnSpPr>
            <p:cNvPr id="2051" name="Connector: Elbow 2050">
              <a:extLst>
                <a:ext uri="{FF2B5EF4-FFF2-40B4-BE49-F238E27FC236}">
                  <a16:creationId xmlns:a16="http://schemas.microsoft.com/office/drawing/2014/main" id="{C5B87268-FC16-B8D5-CA0A-CC3748E6A78F}"/>
                </a:ext>
              </a:extLst>
            </p:cNvPr>
            <p:cNvCxnSpPr>
              <a:cxnSpLocks/>
              <a:stCxn id="35" idx="3"/>
            </p:cNvCxnSpPr>
            <p:nvPr/>
          </p:nvCxnSpPr>
          <p:spPr>
            <a:xfrm>
              <a:off x="4458580" y="2648554"/>
              <a:ext cx="1141283" cy="24225"/>
            </a:xfrm>
            <a:prstGeom prst="bentConnector3">
              <a:avLst>
                <a:gd name="adj1" fmla="val 50000"/>
              </a:avLst>
            </a:prstGeom>
            <a:ln w="19050">
              <a:solidFill>
                <a:srgbClr val="F86516"/>
              </a:solidFill>
            </a:ln>
          </p:spPr>
          <p:style>
            <a:lnRef idx="1">
              <a:schemeClr val="accent5"/>
            </a:lnRef>
            <a:fillRef idx="0">
              <a:schemeClr val="accent5"/>
            </a:fillRef>
            <a:effectRef idx="0">
              <a:schemeClr val="accent5"/>
            </a:effectRef>
            <a:fontRef idx="minor">
              <a:schemeClr val="tx1"/>
            </a:fontRef>
          </p:style>
        </p:cxnSp>
      </p:grpSp>
      <p:sp>
        <p:nvSpPr>
          <p:cNvPr id="2078" name="TextBox 2077">
            <a:extLst>
              <a:ext uri="{FF2B5EF4-FFF2-40B4-BE49-F238E27FC236}">
                <a16:creationId xmlns:a16="http://schemas.microsoft.com/office/drawing/2014/main" id="{7FEFDAA5-55E1-4651-605C-8F1E520A9F9F}"/>
              </a:ext>
            </a:extLst>
          </p:cNvPr>
          <p:cNvSpPr txBox="1"/>
          <p:nvPr/>
        </p:nvSpPr>
        <p:spPr>
          <a:xfrm>
            <a:off x="3924131" y="6472406"/>
            <a:ext cx="2160000" cy="248914"/>
          </a:xfrm>
          <a:prstGeom prst="rect">
            <a:avLst/>
          </a:prstGeom>
          <a:noFill/>
        </p:spPr>
        <p:txBody>
          <a:bodyPr wrap="square" lIns="0" tIns="0" rIns="0" bIns="0" rtlCol="0">
            <a:spAutoFit/>
          </a:bodyPr>
          <a:lstStyle/>
          <a:p>
            <a:pPr algn="ctr">
              <a:lnSpc>
                <a:spcPct val="107000"/>
              </a:lnSpc>
              <a:spcBef>
                <a:spcPts val="1200"/>
              </a:spcBef>
            </a:pPr>
            <a:r>
              <a:rPr lang="en-GB" sz="1600" spc="-20" noProof="0" dirty="0">
                <a:solidFill>
                  <a:schemeClr val="bg1"/>
                </a:solidFill>
              </a:rPr>
              <a:t>4 possible USEs</a:t>
            </a:r>
          </a:p>
        </p:txBody>
      </p:sp>
      <p:sp>
        <p:nvSpPr>
          <p:cNvPr id="4" name="TextBox 3">
            <a:extLst>
              <a:ext uri="{FF2B5EF4-FFF2-40B4-BE49-F238E27FC236}">
                <a16:creationId xmlns:a16="http://schemas.microsoft.com/office/drawing/2014/main" id="{A3C9C3EF-DD72-C4B6-E684-60F311C6806B}"/>
              </a:ext>
            </a:extLst>
          </p:cNvPr>
          <p:cNvSpPr txBox="1"/>
          <p:nvPr/>
        </p:nvSpPr>
        <p:spPr>
          <a:xfrm>
            <a:off x="7107637" y="360877"/>
            <a:ext cx="4646493" cy="938719"/>
          </a:xfrm>
          <a:prstGeom prst="rect">
            <a:avLst/>
          </a:prstGeom>
          <a:noFill/>
        </p:spPr>
        <p:txBody>
          <a:bodyPr wrap="square" lIns="0" tIns="0" rIns="0" bIns="0" rtlCol="0">
            <a:spAutoFit/>
          </a:bodyPr>
          <a:lstStyle>
            <a:defPPr>
              <a:defRPr lang="en-US"/>
            </a:defPPr>
            <a:lvl1pPr marL="285750" indent="-285750">
              <a:lnSpc>
                <a:spcPct val="107000"/>
              </a:lnSpc>
              <a:spcBef>
                <a:spcPts val="1200"/>
              </a:spcBef>
              <a:buFont typeface="Arial" panose="020B0604020202020204" pitchFamily="34" charset="0"/>
              <a:buChar char="•"/>
              <a:defRPr sz="1600" b="1" spc="-20"/>
            </a:lvl1pPr>
            <a:lvl2pPr marL="742950" lvl="1" indent="-285750">
              <a:lnSpc>
                <a:spcPct val="107000"/>
              </a:lnSpc>
              <a:spcBef>
                <a:spcPts val="1200"/>
              </a:spcBef>
              <a:buFont typeface="Arial" panose="020B0604020202020204" pitchFamily="34" charset="0"/>
              <a:buChar char="•"/>
              <a:defRPr sz="1600" spc="-20"/>
            </a:lvl2pPr>
          </a:lstStyle>
          <a:p>
            <a:pPr marL="0" indent="0">
              <a:lnSpc>
                <a:spcPct val="150000"/>
              </a:lnSpc>
              <a:buNone/>
            </a:pPr>
            <a:r>
              <a:rPr lang="en-GB" sz="1800" b="0" dirty="0"/>
              <a:t>Not NEEDED</a:t>
            </a:r>
          </a:p>
          <a:p>
            <a:pPr marL="0" indent="0">
              <a:lnSpc>
                <a:spcPct val="150000"/>
              </a:lnSpc>
              <a:buNone/>
            </a:pPr>
            <a:r>
              <a:rPr lang="en-GB" sz="1800" b="0" noProof="0" dirty="0"/>
              <a:t>1 – 15 strokes per lube cycle</a:t>
            </a:r>
          </a:p>
        </p:txBody>
      </p:sp>
      <p:grpSp>
        <p:nvGrpSpPr>
          <p:cNvPr id="43" name="Group 42">
            <a:extLst>
              <a:ext uri="{FF2B5EF4-FFF2-40B4-BE49-F238E27FC236}">
                <a16:creationId xmlns:a16="http://schemas.microsoft.com/office/drawing/2014/main" id="{88DEB546-66A2-5C44-3354-711C5D3D2B7D}"/>
              </a:ext>
            </a:extLst>
          </p:cNvPr>
          <p:cNvGrpSpPr/>
          <p:nvPr/>
        </p:nvGrpSpPr>
        <p:grpSpPr>
          <a:xfrm>
            <a:off x="3452688" y="104376"/>
            <a:ext cx="3276565" cy="1433880"/>
            <a:chOff x="3500437" y="1028387"/>
            <a:chExt cx="3276565" cy="1433880"/>
          </a:xfrm>
        </p:grpSpPr>
        <p:sp>
          <p:nvSpPr>
            <p:cNvPr id="44" name="Rectangle: Rounded Corners 43">
              <a:extLst>
                <a:ext uri="{FF2B5EF4-FFF2-40B4-BE49-F238E27FC236}">
                  <a16:creationId xmlns:a16="http://schemas.microsoft.com/office/drawing/2014/main" id="{1AFC01D5-DE35-CAFC-CD87-41B7AAB5F70E}"/>
                </a:ext>
              </a:extLst>
            </p:cNvPr>
            <p:cNvSpPr/>
            <p:nvPr/>
          </p:nvSpPr>
          <p:spPr>
            <a:xfrm>
              <a:off x="3500437" y="1028387"/>
              <a:ext cx="3276565" cy="1433880"/>
            </a:xfrm>
            <a:prstGeom prst="roundRect">
              <a:avLst>
                <a:gd name="adj" fmla="val 567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GB" sz="1600" b="1" i="1" noProof="0" dirty="0">
                  <a:solidFill>
                    <a:schemeClr val="accent1"/>
                  </a:solidFill>
                </a:rPr>
                <a:t>Single-point Lubricator</a:t>
              </a:r>
            </a:p>
          </p:txBody>
        </p:sp>
        <p:pic>
          <p:nvPicPr>
            <p:cNvPr id="45" name="Grafik 21">
              <a:extLst>
                <a:ext uri="{FF2B5EF4-FFF2-40B4-BE49-F238E27FC236}">
                  <a16:creationId xmlns:a16="http://schemas.microsoft.com/office/drawing/2014/main" id="{32910CB1-3E39-735E-2907-42C4F5B498E0}"/>
                </a:ext>
              </a:extLst>
            </p:cNvPr>
            <p:cNvPicPr>
              <a:picLocks noChangeAspect="1"/>
            </p:cNvPicPr>
            <p:nvPr/>
          </p:nvPicPr>
          <p:blipFill>
            <a:blip r:embed="rId5"/>
            <a:stretch>
              <a:fillRect/>
            </a:stretch>
          </p:blipFill>
          <p:spPr>
            <a:xfrm>
              <a:off x="3733761" y="1669643"/>
              <a:ext cx="347937" cy="344134"/>
            </a:xfrm>
            <a:prstGeom prst="rect">
              <a:avLst/>
            </a:prstGeom>
          </p:spPr>
        </p:pic>
        <p:pic>
          <p:nvPicPr>
            <p:cNvPr id="48" name="Picture 47">
              <a:extLst>
                <a:ext uri="{FF2B5EF4-FFF2-40B4-BE49-F238E27FC236}">
                  <a16:creationId xmlns:a16="http://schemas.microsoft.com/office/drawing/2014/main" id="{F8B46650-9F64-B997-2AB9-8F8F45279762}"/>
                </a:ext>
              </a:extLst>
            </p:cNvPr>
            <p:cNvPicPr>
              <a:picLocks noChangeAspect="1"/>
            </p:cNvPicPr>
            <p:nvPr/>
          </p:nvPicPr>
          <p:blipFill>
            <a:blip r:embed="rId3"/>
            <a:stretch>
              <a:fillRect/>
            </a:stretch>
          </p:blipFill>
          <p:spPr>
            <a:xfrm>
              <a:off x="5628188" y="1409921"/>
              <a:ext cx="939090" cy="926652"/>
            </a:xfrm>
            <a:prstGeom prst="rect">
              <a:avLst/>
            </a:prstGeom>
          </p:spPr>
        </p:pic>
        <p:cxnSp>
          <p:nvCxnSpPr>
            <p:cNvPr id="53" name="Connector: Elbow 52">
              <a:extLst>
                <a:ext uri="{FF2B5EF4-FFF2-40B4-BE49-F238E27FC236}">
                  <a16:creationId xmlns:a16="http://schemas.microsoft.com/office/drawing/2014/main" id="{351DB5AF-C9C2-1CB5-9127-43D9A271FC5B}"/>
                </a:ext>
              </a:extLst>
            </p:cNvPr>
            <p:cNvCxnSpPr>
              <a:cxnSpLocks/>
              <a:stCxn id="45" idx="3"/>
            </p:cNvCxnSpPr>
            <p:nvPr/>
          </p:nvCxnSpPr>
          <p:spPr>
            <a:xfrm>
              <a:off x="4081698" y="1841710"/>
              <a:ext cx="1527200" cy="92679"/>
            </a:xfrm>
            <a:prstGeom prst="bentConnector3">
              <a:avLst>
                <a:gd name="adj1" fmla="val 50000"/>
              </a:avLst>
            </a:prstGeom>
            <a:ln w="19050">
              <a:solidFill>
                <a:srgbClr val="F86516"/>
              </a:solidFill>
            </a:ln>
          </p:spPr>
          <p:style>
            <a:lnRef idx="1">
              <a:schemeClr val="accent5"/>
            </a:lnRef>
            <a:fillRef idx="0">
              <a:schemeClr val="accent5"/>
            </a:fillRef>
            <a:effectRef idx="0">
              <a:schemeClr val="accent5"/>
            </a:effectRef>
            <a:fontRef idx="minor">
              <a:schemeClr val="tx1"/>
            </a:fontRef>
          </p:style>
        </p:cxnSp>
      </p:grpSp>
      <p:grpSp>
        <p:nvGrpSpPr>
          <p:cNvPr id="5" name="Group 4">
            <a:extLst>
              <a:ext uri="{FF2B5EF4-FFF2-40B4-BE49-F238E27FC236}">
                <a16:creationId xmlns:a16="http://schemas.microsoft.com/office/drawing/2014/main" id="{3AD824DA-7680-41FD-6201-C16A834BA700}"/>
              </a:ext>
            </a:extLst>
          </p:cNvPr>
          <p:cNvGrpSpPr/>
          <p:nvPr/>
        </p:nvGrpSpPr>
        <p:grpSpPr>
          <a:xfrm>
            <a:off x="3477885" y="3487099"/>
            <a:ext cx="3276565" cy="1521488"/>
            <a:chOff x="3477885" y="3487099"/>
            <a:chExt cx="3276565" cy="1521488"/>
          </a:xfrm>
        </p:grpSpPr>
        <p:sp>
          <p:nvSpPr>
            <p:cNvPr id="6" name="Rectangle: Rounded Corners 5">
              <a:extLst>
                <a:ext uri="{FF2B5EF4-FFF2-40B4-BE49-F238E27FC236}">
                  <a16:creationId xmlns:a16="http://schemas.microsoft.com/office/drawing/2014/main" id="{8EDBBA77-EC14-6370-83FE-FB47B5C8D60A}"/>
                </a:ext>
              </a:extLst>
            </p:cNvPr>
            <p:cNvSpPr/>
            <p:nvPr/>
          </p:nvSpPr>
          <p:spPr>
            <a:xfrm>
              <a:off x="3477885" y="3487099"/>
              <a:ext cx="3276565" cy="1521488"/>
            </a:xfrm>
            <a:prstGeom prst="roundRect">
              <a:avLst>
                <a:gd name="adj" fmla="val 567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GB" sz="1600" b="1" i="1" noProof="0" dirty="0">
                  <a:solidFill>
                    <a:schemeClr val="accent1"/>
                  </a:solidFill>
                </a:rPr>
                <a:t>Progressive System</a:t>
              </a:r>
            </a:p>
          </p:txBody>
        </p:sp>
        <p:pic>
          <p:nvPicPr>
            <p:cNvPr id="7" name="Picture 6">
              <a:extLst>
                <a:ext uri="{FF2B5EF4-FFF2-40B4-BE49-F238E27FC236}">
                  <a16:creationId xmlns:a16="http://schemas.microsoft.com/office/drawing/2014/main" id="{3DF58B8A-0A64-885B-918A-454C7738F4C0}"/>
                </a:ext>
              </a:extLst>
            </p:cNvPr>
            <p:cNvPicPr>
              <a:picLocks noChangeAspect="1"/>
            </p:cNvPicPr>
            <p:nvPr/>
          </p:nvPicPr>
          <p:blipFill>
            <a:blip r:embed="rId3"/>
            <a:stretch>
              <a:fillRect/>
            </a:stretch>
          </p:blipFill>
          <p:spPr>
            <a:xfrm>
              <a:off x="5590599" y="3883247"/>
              <a:ext cx="911076" cy="899009"/>
            </a:xfrm>
            <a:prstGeom prst="rect">
              <a:avLst/>
            </a:prstGeom>
          </p:spPr>
        </p:pic>
        <p:grpSp>
          <p:nvGrpSpPr>
            <p:cNvPr id="8" name="Group 7">
              <a:extLst>
                <a:ext uri="{FF2B5EF4-FFF2-40B4-BE49-F238E27FC236}">
                  <a16:creationId xmlns:a16="http://schemas.microsoft.com/office/drawing/2014/main" id="{3B698E12-9FE1-F756-BD35-CB11CED40ADD}"/>
                </a:ext>
              </a:extLst>
            </p:cNvPr>
            <p:cNvGrpSpPr/>
            <p:nvPr/>
          </p:nvGrpSpPr>
          <p:grpSpPr>
            <a:xfrm rot="5400000">
              <a:off x="4317153" y="3543109"/>
              <a:ext cx="901410" cy="1609750"/>
              <a:chOff x="11193335" y="2301978"/>
              <a:chExt cx="2355655" cy="2204508"/>
            </a:xfrm>
          </p:grpSpPr>
          <p:pic>
            <p:nvPicPr>
              <p:cNvPr id="11" name="Picture 10">
                <a:extLst>
                  <a:ext uri="{FF2B5EF4-FFF2-40B4-BE49-F238E27FC236}">
                    <a16:creationId xmlns:a16="http://schemas.microsoft.com/office/drawing/2014/main" id="{37B760D2-5DFC-966A-8545-CE3118657BF1}"/>
                  </a:ext>
                </a:extLst>
              </p:cNvPr>
              <p:cNvPicPr>
                <a:picLocks noChangeAspect="1"/>
              </p:cNvPicPr>
              <p:nvPr/>
            </p:nvPicPr>
            <p:blipFill>
              <a:blip r:embed="rId6"/>
              <a:srcRect r="70473" b="23983"/>
              <a:stretch>
                <a:fillRect/>
              </a:stretch>
            </p:blipFill>
            <p:spPr>
              <a:xfrm flipV="1">
                <a:off x="11193335" y="2301978"/>
                <a:ext cx="2355655" cy="2204508"/>
              </a:xfrm>
              <a:prstGeom prst="rect">
                <a:avLst/>
              </a:prstGeom>
            </p:spPr>
          </p:pic>
          <p:sp>
            <p:nvSpPr>
              <p:cNvPr id="12" name="Rectangle 11">
                <a:extLst>
                  <a:ext uri="{FF2B5EF4-FFF2-40B4-BE49-F238E27FC236}">
                    <a16:creationId xmlns:a16="http://schemas.microsoft.com/office/drawing/2014/main" id="{F8D06149-CD5A-8FF9-569A-D3355CD84690}"/>
                  </a:ext>
                </a:extLst>
              </p:cNvPr>
              <p:cNvSpPr/>
              <p:nvPr/>
            </p:nvSpPr>
            <p:spPr>
              <a:xfrm>
                <a:off x="12528331" y="2301978"/>
                <a:ext cx="1020659" cy="13135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7000"/>
                  </a:lnSpc>
                  <a:spcBef>
                    <a:spcPts val="1200"/>
                  </a:spcBef>
                </a:pPr>
                <a:endParaRPr lang="en-GB" sz="1600" spc="-20" dirty="0"/>
              </a:p>
            </p:txBody>
          </p:sp>
        </p:grpSp>
      </p:grpSp>
      <p:sp>
        <p:nvSpPr>
          <p:cNvPr id="9" name="TextBox 8">
            <a:extLst>
              <a:ext uri="{FF2B5EF4-FFF2-40B4-BE49-F238E27FC236}">
                <a16:creationId xmlns:a16="http://schemas.microsoft.com/office/drawing/2014/main" id="{615C8ADA-6511-F4DB-A886-1118B73D272F}"/>
              </a:ext>
            </a:extLst>
          </p:cNvPr>
          <p:cNvSpPr txBox="1"/>
          <p:nvPr/>
        </p:nvSpPr>
        <p:spPr>
          <a:xfrm>
            <a:off x="7107637" y="2072376"/>
            <a:ext cx="5008163" cy="938719"/>
          </a:xfrm>
          <a:prstGeom prst="rect">
            <a:avLst/>
          </a:prstGeom>
          <a:noFill/>
        </p:spPr>
        <p:txBody>
          <a:bodyPr wrap="square" lIns="0" tIns="0" rIns="0" bIns="0" rtlCol="0">
            <a:spAutoFit/>
          </a:bodyPr>
          <a:lstStyle>
            <a:defPPr>
              <a:defRPr lang="en-US"/>
            </a:defPPr>
            <a:lvl1pPr marL="285750" indent="-285750">
              <a:lnSpc>
                <a:spcPct val="107000"/>
              </a:lnSpc>
              <a:spcBef>
                <a:spcPts val="1200"/>
              </a:spcBef>
              <a:buFont typeface="Arial" panose="020B0604020202020204" pitchFamily="34" charset="0"/>
              <a:buChar char="•"/>
              <a:defRPr sz="1600" b="1" spc="-20"/>
            </a:lvl1pPr>
            <a:lvl2pPr marL="742950" lvl="1" indent="-285750">
              <a:lnSpc>
                <a:spcPct val="107000"/>
              </a:lnSpc>
              <a:spcBef>
                <a:spcPts val="1200"/>
              </a:spcBef>
              <a:buFont typeface="Arial" panose="020B0604020202020204" pitchFamily="34" charset="0"/>
              <a:buChar char="•"/>
              <a:defRPr sz="1600" spc="-20"/>
            </a:lvl2pPr>
          </a:lstStyle>
          <a:p>
            <a:pPr marL="0" indent="0">
              <a:lnSpc>
                <a:spcPct val="150000"/>
              </a:lnSpc>
              <a:buNone/>
            </a:pPr>
            <a:r>
              <a:rPr lang="es-ES" sz="1800" noProof="0" dirty="0">
                <a:solidFill>
                  <a:srgbClr val="F86516"/>
                </a:solidFill>
              </a:rPr>
              <a:t>N</a:t>
            </a:r>
            <a:r>
              <a:rPr lang="en-GB" sz="1800" noProof="0" dirty="0">
                <a:solidFill>
                  <a:srgbClr val="F86516"/>
                </a:solidFill>
              </a:rPr>
              <a:t>EEDED</a:t>
            </a:r>
          </a:p>
          <a:p>
            <a:pPr marL="0" indent="0">
              <a:lnSpc>
                <a:spcPct val="150000"/>
              </a:lnSpc>
              <a:buNone/>
            </a:pPr>
            <a:r>
              <a:rPr lang="en-GB" sz="1800" b="0" dirty="0"/>
              <a:t>6 strokes per lube cycle</a:t>
            </a:r>
          </a:p>
        </p:txBody>
      </p:sp>
      <p:cxnSp>
        <p:nvCxnSpPr>
          <p:cNvPr id="13" name="Straight Connector 12">
            <a:extLst>
              <a:ext uri="{FF2B5EF4-FFF2-40B4-BE49-F238E27FC236}">
                <a16:creationId xmlns:a16="http://schemas.microsoft.com/office/drawing/2014/main" id="{D21EB2E4-F236-65C0-5DBC-47E5845A1B7B}"/>
              </a:ext>
            </a:extLst>
          </p:cNvPr>
          <p:cNvCxnSpPr/>
          <p:nvPr/>
        </p:nvCxnSpPr>
        <p:spPr>
          <a:xfrm>
            <a:off x="3979275" y="1559780"/>
            <a:ext cx="8064000" cy="0"/>
          </a:xfrm>
          <a:prstGeom prst="line">
            <a:avLst/>
          </a:prstGeom>
          <a:ln w="1270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EEDC374-87E8-2883-9B1F-10D21E43F54D}"/>
              </a:ext>
            </a:extLst>
          </p:cNvPr>
          <p:cNvCxnSpPr/>
          <p:nvPr/>
        </p:nvCxnSpPr>
        <p:spPr>
          <a:xfrm>
            <a:off x="3979275" y="3455255"/>
            <a:ext cx="8064000" cy="0"/>
          </a:xfrm>
          <a:prstGeom prst="line">
            <a:avLst/>
          </a:prstGeom>
          <a:ln w="1270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1036256-B754-A5B7-85AF-CEB3EB435F4C}"/>
              </a:ext>
            </a:extLst>
          </p:cNvPr>
          <p:cNvCxnSpPr/>
          <p:nvPr/>
        </p:nvCxnSpPr>
        <p:spPr>
          <a:xfrm>
            <a:off x="3979275" y="5026880"/>
            <a:ext cx="8064000" cy="0"/>
          </a:xfrm>
          <a:prstGeom prst="line">
            <a:avLst/>
          </a:prstGeom>
          <a:ln w="1270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A449E050-E2EC-4598-AE8D-686108AFEA3E}"/>
              </a:ext>
            </a:extLst>
          </p:cNvPr>
          <p:cNvSpPr txBox="1"/>
          <p:nvPr/>
        </p:nvSpPr>
        <p:spPr>
          <a:xfrm>
            <a:off x="7107637" y="3733979"/>
            <a:ext cx="4646493" cy="938719"/>
          </a:xfrm>
          <a:prstGeom prst="rect">
            <a:avLst/>
          </a:prstGeom>
          <a:noFill/>
        </p:spPr>
        <p:txBody>
          <a:bodyPr wrap="square" lIns="0" tIns="0" rIns="0" bIns="0" rtlCol="0">
            <a:spAutoFit/>
          </a:bodyPr>
          <a:lstStyle>
            <a:defPPr>
              <a:defRPr lang="en-US"/>
            </a:defPPr>
            <a:lvl1pPr marL="285750" indent="-285750">
              <a:lnSpc>
                <a:spcPct val="107000"/>
              </a:lnSpc>
              <a:spcBef>
                <a:spcPts val="1200"/>
              </a:spcBef>
              <a:buFont typeface="Arial" panose="020B0604020202020204" pitchFamily="34" charset="0"/>
              <a:buChar char="•"/>
              <a:defRPr sz="1600" b="1" spc="-20"/>
            </a:lvl1pPr>
            <a:lvl2pPr marL="742950" lvl="1" indent="-285750">
              <a:lnSpc>
                <a:spcPct val="107000"/>
              </a:lnSpc>
              <a:spcBef>
                <a:spcPts val="1200"/>
              </a:spcBef>
              <a:buFont typeface="Arial" panose="020B0604020202020204" pitchFamily="34" charset="0"/>
              <a:buChar char="•"/>
              <a:defRPr sz="1600" spc="-20"/>
            </a:lvl2pPr>
          </a:lstStyle>
          <a:p>
            <a:pPr marL="0" indent="0">
              <a:lnSpc>
                <a:spcPct val="150000"/>
              </a:lnSpc>
              <a:buNone/>
            </a:pPr>
            <a:r>
              <a:rPr lang="en-GB" sz="1800" b="0" dirty="0"/>
              <a:t>Not NEEDED</a:t>
            </a:r>
          </a:p>
          <a:p>
            <a:pPr marL="0" indent="0">
              <a:lnSpc>
                <a:spcPct val="150000"/>
              </a:lnSpc>
              <a:buNone/>
            </a:pPr>
            <a:r>
              <a:rPr lang="en-GB" sz="1800" b="0" noProof="0" dirty="0"/>
              <a:t>1 – 15 strokes per lube cycle</a:t>
            </a:r>
          </a:p>
        </p:txBody>
      </p:sp>
      <p:sp>
        <p:nvSpPr>
          <p:cNvPr id="22" name="TextBox 21">
            <a:extLst>
              <a:ext uri="{FF2B5EF4-FFF2-40B4-BE49-F238E27FC236}">
                <a16:creationId xmlns:a16="http://schemas.microsoft.com/office/drawing/2014/main" id="{0BE11A51-349C-5ADA-C398-5BE638ED2D0F}"/>
              </a:ext>
            </a:extLst>
          </p:cNvPr>
          <p:cNvSpPr txBox="1"/>
          <p:nvPr/>
        </p:nvSpPr>
        <p:spPr>
          <a:xfrm>
            <a:off x="7107637" y="5388706"/>
            <a:ext cx="5008163" cy="938719"/>
          </a:xfrm>
          <a:prstGeom prst="rect">
            <a:avLst/>
          </a:prstGeom>
          <a:noFill/>
        </p:spPr>
        <p:txBody>
          <a:bodyPr wrap="square" lIns="0" tIns="0" rIns="0" bIns="0" rtlCol="0">
            <a:spAutoFit/>
          </a:bodyPr>
          <a:lstStyle>
            <a:defPPr>
              <a:defRPr lang="en-US"/>
            </a:defPPr>
            <a:lvl1pPr marL="285750" indent="-285750">
              <a:lnSpc>
                <a:spcPct val="107000"/>
              </a:lnSpc>
              <a:spcBef>
                <a:spcPts val="1200"/>
              </a:spcBef>
              <a:buFont typeface="Arial" panose="020B0604020202020204" pitchFamily="34" charset="0"/>
              <a:buChar char="•"/>
              <a:defRPr sz="1600" b="1" spc="-20"/>
            </a:lvl1pPr>
            <a:lvl2pPr marL="742950" lvl="1" indent="-285750">
              <a:lnSpc>
                <a:spcPct val="107000"/>
              </a:lnSpc>
              <a:spcBef>
                <a:spcPts val="1200"/>
              </a:spcBef>
              <a:buFont typeface="Arial" panose="020B0604020202020204" pitchFamily="34" charset="0"/>
              <a:buChar char="•"/>
              <a:defRPr sz="1600" spc="-20"/>
            </a:lvl2pPr>
          </a:lstStyle>
          <a:p>
            <a:pPr marL="0" indent="0">
              <a:lnSpc>
                <a:spcPct val="150000"/>
              </a:lnSpc>
              <a:buNone/>
            </a:pPr>
            <a:r>
              <a:rPr lang="es-ES" sz="1800" noProof="0" dirty="0">
                <a:solidFill>
                  <a:srgbClr val="F86516"/>
                </a:solidFill>
              </a:rPr>
              <a:t>N</a:t>
            </a:r>
            <a:r>
              <a:rPr lang="en-GB" sz="1800" noProof="0" dirty="0">
                <a:solidFill>
                  <a:srgbClr val="F86516"/>
                </a:solidFill>
              </a:rPr>
              <a:t>EEDED</a:t>
            </a:r>
          </a:p>
          <a:p>
            <a:pPr marL="0" indent="0">
              <a:lnSpc>
                <a:spcPct val="150000"/>
              </a:lnSpc>
              <a:buNone/>
            </a:pPr>
            <a:r>
              <a:rPr lang="en-GB" sz="1800" b="0" dirty="0"/>
              <a:t>1 – 15 strokes per lube cycle</a:t>
            </a:r>
          </a:p>
        </p:txBody>
      </p:sp>
    </p:spTree>
    <p:extLst>
      <p:ext uri="{BB962C8B-B14F-4D97-AF65-F5344CB8AC3E}">
        <p14:creationId xmlns:p14="http://schemas.microsoft.com/office/powerpoint/2010/main" val="2193809417"/>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FF4C1-8059-EB7B-2FB2-70BE5D68D9FA}"/>
            </a:ext>
          </a:extLst>
        </p:cNvPr>
        <p:cNvGrpSpPr/>
        <p:nvPr/>
      </p:nvGrpSpPr>
      <p:grpSpPr>
        <a:xfrm>
          <a:off x="0" y="0"/>
          <a:ext cx="0" cy="0"/>
          <a:chOff x="0" y="0"/>
          <a:chExt cx="0" cy="0"/>
        </a:xfrm>
      </p:grpSpPr>
      <p:sp>
        <p:nvSpPr>
          <p:cNvPr id="2092" name="Rectangle: Rounded Corners 2091">
            <a:extLst>
              <a:ext uri="{FF2B5EF4-FFF2-40B4-BE49-F238E27FC236}">
                <a16:creationId xmlns:a16="http://schemas.microsoft.com/office/drawing/2014/main" id="{C0625714-2B44-5872-1C7B-BD7470563E79}"/>
              </a:ext>
            </a:extLst>
          </p:cNvPr>
          <p:cNvSpPr/>
          <p:nvPr/>
        </p:nvSpPr>
        <p:spPr>
          <a:xfrm>
            <a:off x="3352800" y="0"/>
            <a:ext cx="3540262" cy="6858000"/>
          </a:xfrm>
          <a:prstGeom prst="roundRect">
            <a:avLst>
              <a:gd name="adj" fmla="val 3464"/>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7000"/>
              </a:lnSpc>
              <a:spcBef>
                <a:spcPts val="1200"/>
              </a:spcBef>
            </a:pPr>
            <a:endParaRPr lang="en-GB" sz="1600" spc="-20" noProof="0" dirty="0"/>
          </a:p>
        </p:txBody>
      </p:sp>
      <p:grpSp>
        <p:nvGrpSpPr>
          <p:cNvPr id="2077" name="Group 2076">
            <a:extLst>
              <a:ext uri="{FF2B5EF4-FFF2-40B4-BE49-F238E27FC236}">
                <a16:creationId xmlns:a16="http://schemas.microsoft.com/office/drawing/2014/main" id="{0F75935A-C746-2368-BF64-644D1B2DB64A}"/>
              </a:ext>
            </a:extLst>
          </p:cNvPr>
          <p:cNvGrpSpPr/>
          <p:nvPr/>
        </p:nvGrpSpPr>
        <p:grpSpPr>
          <a:xfrm>
            <a:off x="3477885" y="5064558"/>
            <a:ext cx="3276565" cy="1354237"/>
            <a:chOff x="7641383" y="3101659"/>
            <a:chExt cx="3276565" cy="1354237"/>
          </a:xfrm>
        </p:grpSpPr>
        <p:grpSp>
          <p:nvGrpSpPr>
            <p:cNvPr id="2073" name="Group 2072">
              <a:extLst>
                <a:ext uri="{FF2B5EF4-FFF2-40B4-BE49-F238E27FC236}">
                  <a16:creationId xmlns:a16="http://schemas.microsoft.com/office/drawing/2014/main" id="{3396A922-8F7F-4F1B-1099-AF7276E3B650}"/>
                </a:ext>
              </a:extLst>
            </p:cNvPr>
            <p:cNvGrpSpPr/>
            <p:nvPr/>
          </p:nvGrpSpPr>
          <p:grpSpPr>
            <a:xfrm>
              <a:off x="7641383" y="3101659"/>
              <a:ext cx="3276565" cy="1354237"/>
              <a:chOff x="7641383" y="698169"/>
              <a:chExt cx="3276565" cy="1354237"/>
            </a:xfrm>
          </p:grpSpPr>
          <p:sp>
            <p:nvSpPr>
              <p:cNvPr id="2074" name="Rectangle: Rounded Corners 2073">
                <a:extLst>
                  <a:ext uri="{FF2B5EF4-FFF2-40B4-BE49-F238E27FC236}">
                    <a16:creationId xmlns:a16="http://schemas.microsoft.com/office/drawing/2014/main" id="{D8E1CD6B-90B6-1884-9B4A-27B0A71C6506}"/>
                  </a:ext>
                </a:extLst>
              </p:cNvPr>
              <p:cNvSpPr/>
              <p:nvPr/>
            </p:nvSpPr>
            <p:spPr>
              <a:xfrm>
                <a:off x="7641383" y="698169"/>
                <a:ext cx="3276565" cy="1354237"/>
              </a:xfrm>
              <a:prstGeom prst="roundRect">
                <a:avLst>
                  <a:gd name="adj" fmla="val 567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GB" sz="1600" b="1" i="1" noProof="0" dirty="0">
                    <a:solidFill>
                      <a:schemeClr val="accent1"/>
                    </a:solidFill>
                  </a:rPr>
                  <a:t>Single Line System</a:t>
                </a:r>
              </a:p>
            </p:txBody>
          </p:sp>
          <p:pic>
            <p:nvPicPr>
              <p:cNvPr id="2075" name="Picture 2074">
                <a:extLst>
                  <a:ext uri="{FF2B5EF4-FFF2-40B4-BE49-F238E27FC236}">
                    <a16:creationId xmlns:a16="http://schemas.microsoft.com/office/drawing/2014/main" id="{F4CFDB72-12E7-C18F-31D0-E5598F3D2DFB}"/>
                  </a:ext>
                </a:extLst>
              </p:cNvPr>
              <p:cNvPicPr>
                <a:picLocks noChangeAspect="1"/>
              </p:cNvPicPr>
              <p:nvPr/>
            </p:nvPicPr>
            <p:blipFill>
              <a:blip r:embed="rId3"/>
              <a:stretch>
                <a:fillRect/>
              </a:stretch>
            </p:blipFill>
            <p:spPr>
              <a:xfrm>
                <a:off x="9846302" y="1011249"/>
                <a:ext cx="870043" cy="858520"/>
              </a:xfrm>
              <a:prstGeom prst="rect">
                <a:avLst/>
              </a:prstGeom>
            </p:spPr>
          </p:pic>
        </p:grpSp>
        <p:pic>
          <p:nvPicPr>
            <p:cNvPr id="10" name="Picture 9">
              <a:extLst>
                <a:ext uri="{FF2B5EF4-FFF2-40B4-BE49-F238E27FC236}">
                  <a16:creationId xmlns:a16="http://schemas.microsoft.com/office/drawing/2014/main" id="{9E6353F6-0FE9-F2AE-B589-34CBFBE57917}"/>
                </a:ext>
              </a:extLst>
            </p:cNvPr>
            <p:cNvPicPr>
              <a:picLocks noChangeAspect="1"/>
            </p:cNvPicPr>
            <p:nvPr/>
          </p:nvPicPr>
          <p:blipFill>
            <a:blip r:embed="rId4"/>
            <a:srcRect l="9003" r="38094"/>
            <a:stretch/>
          </p:blipFill>
          <p:spPr>
            <a:xfrm>
              <a:off x="8197447" y="3425807"/>
              <a:ext cx="913971" cy="971791"/>
            </a:xfrm>
            <a:prstGeom prst="rect">
              <a:avLst/>
            </a:prstGeom>
          </p:spPr>
        </p:pic>
      </p:grpSp>
      <p:sp>
        <p:nvSpPr>
          <p:cNvPr id="23" name="Title 1">
            <a:extLst>
              <a:ext uri="{FF2B5EF4-FFF2-40B4-BE49-F238E27FC236}">
                <a16:creationId xmlns:a16="http://schemas.microsoft.com/office/drawing/2014/main" id="{EB90FF51-B688-01D5-610A-DA60CAF3EA55}"/>
              </a:ext>
            </a:extLst>
          </p:cNvPr>
          <p:cNvSpPr>
            <a:spLocks noGrp="1"/>
          </p:cNvSpPr>
          <p:nvPr>
            <p:ph type="title"/>
          </p:nvPr>
        </p:nvSpPr>
        <p:spPr>
          <a:xfrm>
            <a:off x="193676" y="690410"/>
            <a:ext cx="3040283" cy="730790"/>
          </a:xfrm>
        </p:spPr>
        <p:txBody>
          <a:bodyPr/>
          <a:lstStyle/>
          <a:p>
            <a:r>
              <a:rPr lang="en-GB" noProof="0" dirty="0"/>
              <a:t>Control unit</a:t>
            </a:r>
          </a:p>
        </p:txBody>
      </p:sp>
      <p:grpSp>
        <p:nvGrpSpPr>
          <p:cNvPr id="2055" name="Group 2054">
            <a:extLst>
              <a:ext uri="{FF2B5EF4-FFF2-40B4-BE49-F238E27FC236}">
                <a16:creationId xmlns:a16="http://schemas.microsoft.com/office/drawing/2014/main" id="{23294747-5A89-18FF-709D-7046224EF8CB}"/>
              </a:ext>
            </a:extLst>
          </p:cNvPr>
          <p:cNvGrpSpPr/>
          <p:nvPr/>
        </p:nvGrpSpPr>
        <p:grpSpPr>
          <a:xfrm>
            <a:off x="3462848" y="1587180"/>
            <a:ext cx="3276565" cy="1842546"/>
            <a:chOff x="3500437" y="1028387"/>
            <a:chExt cx="3276565" cy="1842546"/>
          </a:xfrm>
        </p:grpSpPr>
        <p:sp>
          <p:nvSpPr>
            <p:cNvPr id="16" name="Rectangle: Rounded Corners 15">
              <a:extLst>
                <a:ext uri="{FF2B5EF4-FFF2-40B4-BE49-F238E27FC236}">
                  <a16:creationId xmlns:a16="http://schemas.microsoft.com/office/drawing/2014/main" id="{9CC56FDD-6B0F-0711-48D6-FD046A025BA4}"/>
                </a:ext>
              </a:extLst>
            </p:cNvPr>
            <p:cNvSpPr/>
            <p:nvPr/>
          </p:nvSpPr>
          <p:spPr>
            <a:xfrm>
              <a:off x="3500437" y="1028387"/>
              <a:ext cx="3276565" cy="1842546"/>
            </a:xfrm>
            <a:prstGeom prst="roundRect">
              <a:avLst>
                <a:gd name="adj" fmla="val 567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GB" sz="1600" b="1" i="1" noProof="0" dirty="0">
                  <a:solidFill>
                    <a:schemeClr val="accent1"/>
                  </a:solidFill>
                </a:rPr>
                <a:t>Multi-point Lubricator (2 to 6)</a:t>
              </a:r>
            </a:p>
          </p:txBody>
        </p:sp>
        <p:pic>
          <p:nvPicPr>
            <p:cNvPr id="17" name="Grafik 21">
              <a:extLst>
                <a:ext uri="{FF2B5EF4-FFF2-40B4-BE49-F238E27FC236}">
                  <a16:creationId xmlns:a16="http://schemas.microsoft.com/office/drawing/2014/main" id="{C676863B-E4F4-A37A-941C-533CD1585563}"/>
                </a:ext>
              </a:extLst>
            </p:cNvPr>
            <p:cNvPicPr>
              <a:picLocks noChangeAspect="1"/>
            </p:cNvPicPr>
            <p:nvPr/>
          </p:nvPicPr>
          <p:blipFill>
            <a:blip r:embed="rId5"/>
            <a:stretch>
              <a:fillRect/>
            </a:stretch>
          </p:blipFill>
          <p:spPr>
            <a:xfrm>
              <a:off x="3714404" y="1347408"/>
              <a:ext cx="347937" cy="344134"/>
            </a:xfrm>
            <a:prstGeom prst="rect">
              <a:avLst/>
            </a:prstGeom>
          </p:spPr>
        </p:pic>
        <p:pic>
          <p:nvPicPr>
            <p:cNvPr id="25" name="Grafik 1">
              <a:extLst>
                <a:ext uri="{FF2B5EF4-FFF2-40B4-BE49-F238E27FC236}">
                  <a16:creationId xmlns:a16="http://schemas.microsoft.com/office/drawing/2014/main" id="{2EBCE968-F498-3AFC-E105-18285C18996C}"/>
                </a:ext>
              </a:extLst>
            </p:cNvPr>
            <p:cNvPicPr>
              <a:picLocks noChangeAspect="1"/>
            </p:cNvPicPr>
            <p:nvPr/>
          </p:nvPicPr>
          <p:blipFill>
            <a:blip r:embed="rId5"/>
            <a:stretch>
              <a:fillRect/>
            </a:stretch>
          </p:blipFill>
          <p:spPr>
            <a:xfrm>
              <a:off x="4141124" y="1592791"/>
              <a:ext cx="347937" cy="344134"/>
            </a:xfrm>
            <a:prstGeom prst="rect">
              <a:avLst/>
            </a:prstGeom>
          </p:spPr>
        </p:pic>
        <p:pic>
          <p:nvPicPr>
            <p:cNvPr id="30" name="Picture 29">
              <a:extLst>
                <a:ext uri="{FF2B5EF4-FFF2-40B4-BE49-F238E27FC236}">
                  <a16:creationId xmlns:a16="http://schemas.microsoft.com/office/drawing/2014/main" id="{3E76A91A-6060-6721-5FEB-D70B28A85018}"/>
                </a:ext>
              </a:extLst>
            </p:cNvPr>
            <p:cNvPicPr>
              <a:picLocks noChangeAspect="1"/>
            </p:cNvPicPr>
            <p:nvPr/>
          </p:nvPicPr>
          <p:blipFill>
            <a:blip r:embed="rId3"/>
            <a:stretch>
              <a:fillRect/>
            </a:stretch>
          </p:blipFill>
          <p:spPr>
            <a:xfrm>
              <a:off x="5628188" y="1806161"/>
              <a:ext cx="939090" cy="926652"/>
            </a:xfrm>
            <a:prstGeom prst="rect">
              <a:avLst/>
            </a:prstGeom>
          </p:spPr>
        </p:pic>
        <p:pic>
          <p:nvPicPr>
            <p:cNvPr id="26" name="Grafik 5">
              <a:extLst>
                <a:ext uri="{FF2B5EF4-FFF2-40B4-BE49-F238E27FC236}">
                  <a16:creationId xmlns:a16="http://schemas.microsoft.com/office/drawing/2014/main" id="{3BECCB61-55E6-1FBD-24A8-2DFF80833730}"/>
                </a:ext>
              </a:extLst>
            </p:cNvPr>
            <p:cNvPicPr>
              <a:picLocks noChangeAspect="1"/>
            </p:cNvPicPr>
            <p:nvPr/>
          </p:nvPicPr>
          <p:blipFill>
            <a:blip r:embed="rId5"/>
            <a:stretch>
              <a:fillRect/>
            </a:stretch>
          </p:blipFill>
          <p:spPr>
            <a:xfrm>
              <a:off x="3714403" y="1785242"/>
              <a:ext cx="347937" cy="344134"/>
            </a:xfrm>
            <a:prstGeom prst="rect">
              <a:avLst/>
            </a:prstGeom>
          </p:spPr>
        </p:pic>
        <p:pic>
          <p:nvPicPr>
            <p:cNvPr id="33" name="Grafik 21">
              <a:extLst>
                <a:ext uri="{FF2B5EF4-FFF2-40B4-BE49-F238E27FC236}">
                  <a16:creationId xmlns:a16="http://schemas.microsoft.com/office/drawing/2014/main" id="{763DB091-236A-0D20-DA4A-BC0A51C40392}"/>
                </a:ext>
              </a:extLst>
            </p:cNvPr>
            <p:cNvPicPr>
              <a:picLocks noChangeAspect="1"/>
            </p:cNvPicPr>
            <p:nvPr/>
          </p:nvPicPr>
          <p:blipFill>
            <a:blip r:embed="rId5"/>
            <a:stretch>
              <a:fillRect/>
            </a:stretch>
          </p:blipFill>
          <p:spPr>
            <a:xfrm>
              <a:off x="4171604" y="2028493"/>
              <a:ext cx="347937" cy="344134"/>
            </a:xfrm>
            <a:prstGeom prst="rect">
              <a:avLst/>
            </a:prstGeom>
          </p:spPr>
        </p:pic>
        <p:pic>
          <p:nvPicPr>
            <p:cNvPr id="34" name="Grafik 1">
              <a:extLst>
                <a:ext uri="{FF2B5EF4-FFF2-40B4-BE49-F238E27FC236}">
                  <a16:creationId xmlns:a16="http://schemas.microsoft.com/office/drawing/2014/main" id="{B541140D-B489-E1F0-C096-072CE4CA265F}"/>
                </a:ext>
              </a:extLst>
            </p:cNvPr>
            <p:cNvPicPr>
              <a:picLocks noChangeAspect="1"/>
            </p:cNvPicPr>
            <p:nvPr/>
          </p:nvPicPr>
          <p:blipFill>
            <a:blip r:embed="rId5"/>
            <a:stretch>
              <a:fillRect/>
            </a:stretch>
          </p:blipFill>
          <p:spPr>
            <a:xfrm>
              <a:off x="3714404" y="2243396"/>
              <a:ext cx="347937" cy="344134"/>
            </a:xfrm>
            <a:prstGeom prst="rect">
              <a:avLst/>
            </a:prstGeom>
          </p:spPr>
        </p:pic>
        <p:pic>
          <p:nvPicPr>
            <p:cNvPr id="35" name="Grafik 5">
              <a:extLst>
                <a:ext uri="{FF2B5EF4-FFF2-40B4-BE49-F238E27FC236}">
                  <a16:creationId xmlns:a16="http://schemas.microsoft.com/office/drawing/2014/main" id="{4F813FE1-69DD-DCDF-E21D-023413903C3D}"/>
                </a:ext>
              </a:extLst>
            </p:cNvPr>
            <p:cNvPicPr>
              <a:picLocks noChangeAspect="1"/>
            </p:cNvPicPr>
            <p:nvPr/>
          </p:nvPicPr>
          <p:blipFill>
            <a:blip r:embed="rId5"/>
            <a:stretch>
              <a:fillRect/>
            </a:stretch>
          </p:blipFill>
          <p:spPr>
            <a:xfrm>
              <a:off x="4110643" y="2476487"/>
              <a:ext cx="347937" cy="344134"/>
            </a:xfrm>
            <a:prstGeom prst="rect">
              <a:avLst/>
            </a:prstGeom>
          </p:spPr>
        </p:pic>
        <p:cxnSp>
          <p:nvCxnSpPr>
            <p:cNvPr id="37" name="Connector: Elbow 36">
              <a:extLst>
                <a:ext uri="{FF2B5EF4-FFF2-40B4-BE49-F238E27FC236}">
                  <a16:creationId xmlns:a16="http://schemas.microsoft.com/office/drawing/2014/main" id="{96C3BE47-DE19-B389-5849-01E18B04ECED}"/>
                </a:ext>
              </a:extLst>
            </p:cNvPr>
            <p:cNvCxnSpPr>
              <a:cxnSpLocks/>
              <a:stCxn id="17" idx="3"/>
            </p:cNvCxnSpPr>
            <p:nvPr/>
          </p:nvCxnSpPr>
          <p:spPr>
            <a:xfrm>
              <a:off x="4062341" y="1519475"/>
              <a:ext cx="1536397" cy="820332"/>
            </a:xfrm>
            <a:prstGeom prst="bentConnector3">
              <a:avLst>
                <a:gd name="adj1" fmla="val 59919"/>
              </a:avLst>
            </a:prstGeom>
            <a:ln w="19050">
              <a:solidFill>
                <a:srgbClr val="F86516"/>
              </a:solidFill>
            </a:ln>
          </p:spPr>
          <p:style>
            <a:lnRef idx="1">
              <a:schemeClr val="accent5"/>
            </a:lnRef>
            <a:fillRef idx="0">
              <a:schemeClr val="accent5"/>
            </a:fillRef>
            <a:effectRef idx="0">
              <a:schemeClr val="accent5"/>
            </a:effectRef>
            <a:fontRef idx="minor">
              <a:schemeClr val="tx1"/>
            </a:fontRef>
          </p:style>
        </p:cxnSp>
        <p:cxnSp>
          <p:nvCxnSpPr>
            <p:cNvPr id="39" name="Connector: Elbow 38">
              <a:extLst>
                <a:ext uri="{FF2B5EF4-FFF2-40B4-BE49-F238E27FC236}">
                  <a16:creationId xmlns:a16="http://schemas.microsoft.com/office/drawing/2014/main" id="{EB05C966-FD38-CCCF-9BD7-18FE4B1630AC}"/>
                </a:ext>
              </a:extLst>
            </p:cNvPr>
            <p:cNvCxnSpPr>
              <a:cxnSpLocks/>
            </p:cNvCxnSpPr>
            <p:nvPr/>
          </p:nvCxnSpPr>
          <p:spPr>
            <a:xfrm>
              <a:off x="4500972" y="1764858"/>
              <a:ext cx="1097766" cy="693122"/>
            </a:xfrm>
            <a:prstGeom prst="bentConnector3">
              <a:avLst>
                <a:gd name="adj1" fmla="val 38142"/>
              </a:avLst>
            </a:prstGeom>
            <a:ln w="19050">
              <a:solidFill>
                <a:srgbClr val="F86516"/>
              </a:solidFill>
            </a:ln>
          </p:spPr>
          <p:style>
            <a:lnRef idx="1">
              <a:schemeClr val="accent5"/>
            </a:lnRef>
            <a:fillRef idx="0">
              <a:schemeClr val="accent5"/>
            </a:fillRef>
            <a:effectRef idx="0">
              <a:schemeClr val="accent5"/>
            </a:effectRef>
            <a:fontRef idx="minor">
              <a:schemeClr val="tx1"/>
            </a:fontRef>
          </p:style>
        </p:cxnSp>
        <p:cxnSp>
          <p:nvCxnSpPr>
            <p:cNvPr id="47" name="Connector: Elbow 46">
              <a:extLst>
                <a:ext uri="{FF2B5EF4-FFF2-40B4-BE49-F238E27FC236}">
                  <a16:creationId xmlns:a16="http://schemas.microsoft.com/office/drawing/2014/main" id="{1B0A7CC7-3AA1-FDB1-ECA5-93F3D6D7EBC9}"/>
                </a:ext>
              </a:extLst>
            </p:cNvPr>
            <p:cNvCxnSpPr>
              <a:cxnSpLocks/>
              <a:stCxn id="26" idx="3"/>
            </p:cNvCxnSpPr>
            <p:nvPr/>
          </p:nvCxnSpPr>
          <p:spPr>
            <a:xfrm>
              <a:off x="4062340" y="1957309"/>
              <a:ext cx="1553937" cy="536468"/>
            </a:xfrm>
            <a:prstGeom prst="bentConnector3">
              <a:avLst>
                <a:gd name="adj1" fmla="val 50000"/>
              </a:avLst>
            </a:prstGeom>
            <a:ln w="19050">
              <a:solidFill>
                <a:srgbClr val="F86516"/>
              </a:solidFill>
            </a:ln>
          </p:spPr>
          <p:style>
            <a:lnRef idx="1">
              <a:schemeClr val="accent5"/>
            </a:lnRef>
            <a:fillRef idx="0">
              <a:schemeClr val="accent5"/>
            </a:fillRef>
            <a:effectRef idx="0">
              <a:schemeClr val="accent5"/>
            </a:effectRef>
            <a:fontRef idx="minor">
              <a:schemeClr val="tx1"/>
            </a:fontRef>
          </p:style>
        </p:cxnSp>
        <p:cxnSp>
          <p:nvCxnSpPr>
            <p:cNvPr id="56" name="Connector: Elbow 55">
              <a:extLst>
                <a:ext uri="{FF2B5EF4-FFF2-40B4-BE49-F238E27FC236}">
                  <a16:creationId xmlns:a16="http://schemas.microsoft.com/office/drawing/2014/main" id="{A2DEE301-980E-AACF-3199-D9D12A883F21}"/>
                </a:ext>
              </a:extLst>
            </p:cNvPr>
            <p:cNvCxnSpPr>
              <a:cxnSpLocks/>
              <a:stCxn id="33" idx="3"/>
            </p:cNvCxnSpPr>
            <p:nvPr/>
          </p:nvCxnSpPr>
          <p:spPr>
            <a:xfrm>
              <a:off x="4519541" y="2200560"/>
              <a:ext cx="1090781" cy="359798"/>
            </a:xfrm>
            <a:prstGeom prst="bentConnector3">
              <a:avLst>
                <a:gd name="adj1" fmla="val 22493"/>
              </a:avLst>
            </a:prstGeom>
            <a:ln w="19050">
              <a:solidFill>
                <a:srgbClr val="F86516"/>
              </a:solidFill>
            </a:ln>
          </p:spPr>
          <p:style>
            <a:lnRef idx="1">
              <a:schemeClr val="accent5"/>
            </a:lnRef>
            <a:fillRef idx="0">
              <a:schemeClr val="accent5"/>
            </a:fillRef>
            <a:effectRef idx="0">
              <a:schemeClr val="accent5"/>
            </a:effectRef>
            <a:fontRef idx="minor">
              <a:schemeClr val="tx1"/>
            </a:fontRef>
          </p:style>
        </p:cxnSp>
        <p:cxnSp>
          <p:nvCxnSpPr>
            <p:cNvPr id="62" name="Connector: Elbow 61">
              <a:extLst>
                <a:ext uri="{FF2B5EF4-FFF2-40B4-BE49-F238E27FC236}">
                  <a16:creationId xmlns:a16="http://schemas.microsoft.com/office/drawing/2014/main" id="{097965AB-9DC3-5AAB-580A-56E9DB3783E2}"/>
                </a:ext>
              </a:extLst>
            </p:cNvPr>
            <p:cNvCxnSpPr>
              <a:cxnSpLocks/>
              <a:stCxn id="34" idx="3"/>
            </p:cNvCxnSpPr>
            <p:nvPr/>
          </p:nvCxnSpPr>
          <p:spPr>
            <a:xfrm>
              <a:off x="4062341" y="2415463"/>
              <a:ext cx="1537522" cy="198874"/>
            </a:xfrm>
            <a:prstGeom prst="bentConnector3">
              <a:avLst>
                <a:gd name="adj1" fmla="val 41792"/>
              </a:avLst>
            </a:prstGeom>
            <a:ln w="19050">
              <a:solidFill>
                <a:srgbClr val="F86516"/>
              </a:solidFill>
            </a:ln>
          </p:spPr>
          <p:style>
            <a:lnRef idx="1">
              <a:schemeClr val="accent5"/>
            </a:lnRef>
            <a:fillRef idx="0">
              <a:schemeClr val="accent5"/>
            </a:fillRef>
            <a:effectRef idx="0">
              <a:schemeClr val="accent5"/>
            </a:effectRef>
            <a:fontRef idx="minor">
              <a:schemeClr val="tx1"/>
            </a:fontRef>
          </p:style>
        </p:cxnSp>
        <p:cxnSp>
          <p:nvCxnSpPr>
            <p:cNvPr id="2051" name="Connector: Elbow 2050">
              <a:extLst>
                <a:ext uri="{FF2B5EF4-FFF2-40B4-BE49-F238E27FC236}">
                  <a16:creationId xmlns:a16="http://schemas.microsoft.com/office/drawing/2014/main" id="{AEADD6AB-486F-F72E-A54C-28E895C2BC57}"/>
                </a:ext>
              </a:extLst>
            </p:cNvPr>
            <p:cNvCxnSpPr>
              <a:cxnSpLocks/>
              <a:stCxn id="35" idx="3"/>
            </p:cNvCxnSpPr>
            <p:nvPr/>
          </p:nvCxnSpPr>
          <p:spPr>
            <a:xfrm>
              <a:off x="4458580" y="2648554"/>
              <a:ext cx="1141283" cy="24225"/>
            </a:xfrm>
            <a:prstGeom prst="bentConnector3">
              <a:avLst>
                <a:gd name="adj1" fmla="val 50000"/>
              </a:avLst>
            </a:prstGeom>
            <a:ln w="19050">
              <a:solidFill>
                <a:srgbClr val="F86516"/>
              </a:solidFill>
            </a:ln>
          </p:spPr>
          <p:style>
            <a:lnRef idx="1">
              <a:schemeClr val="accent5"/>
            </a:lnRef>
            <a:fillRef idx="0">
              <a:schemeClr val="accent5"/>
            </a:fillRef>
            <a:effectRef idx="0">
              <a:schemeClr val="accent5"/>
            </a:effectRef>
            <a:fontRef idx="minor">
              <a:schemeClr val="tx1"/>
            </a:fontRef>
          </p:style>
        </p:cxnSp>
      </p:grpSp>
      <p:sp>
        <p:nvSpPr>
          <p:cNvPr id="2078" name="TextBox 2077">
            <a:extLst>
              <a:ext uri="{FF2B5EF4-FFF2-40B4-BE49-F238E27FC236}">
                <a16:creationId xmlns:a16="http://schemas.microsoft.com/office/drawing/2014/main" id="{A0BF7AA9-5020-C1B1-4E22-3FC65B075845}"/>
              </a:ext>
            </a:extLst>
          </p:cNvPr>
          <p:cNvSpPr txBox="1"/>
          <p:nvPr/>
        </p:nvSpPr>
        <p:spPr>
          <a:xfrm>
            <a:off x="3924131" y="6472406"/>
            <a:ext cx="2160000" cy="248914"/>
          </a:xfrm>
          <a:prstGeom prst="rect">
            <a:avLst/>
          </a:prstGeom>
          <a:noFill/>
        </p:spPr>
        <p:txBody>
          <a:bodyPr wrap="square" lIns="0" tIns="0" rIns="0" bIns="0" rtlCol="0">
            <a:spAutoFit/>
          </a:bodyPr>
          <a:lstStyle/>
          <a:p>
            <a:pPr algn="ctr">
              <a:lnSpc>
                <a:spcPct val="107000"/>
              </a:lnSpc>
              <a:spcBef>
                <a:spcPts val="1200"/>
              </a:spcBef>
            </a:pPr>
            <a:r>
              <a:rPr lang="en-GB" sz="1600" spc="-20" noProof="0" dirty="0">
                <a:solidFill>
                  <a:schemeClr val="bg1"/>
                </a:solidFill>
              </a:rPr>
              <a:t>4 possible USEs</a:t>
            </a:r>
          </a:p>
        </p:txBody>
      </p:sp>
      <p:sp>
        <p:nvSpPr>
          <p:cNvPr id="4" name="TextBox 3">
            <a:extLst>
              <a:ext uri="{FF2B5EF4-FFF2-40B4-BE49-F238E27FC236}">
                <a16:creationId xmlns:a16="http://schemas.microsoft.com/office/drawing/2014/main" id="{B5B2E8D9-8D1D-7E6A-D87B-1529D4D732C7}"/>
              </a:ext>
            </a:extLst>
          </p:cNvPr>
          <p:cNvSpPr txBox="1"/>
          <p:nvPr/>
        </p:nvSpPr>
        <p:spPr>
          <a:xfrm>
            <a:off x="7193081" y="927424"/>
            <a:ext cx="4646493" cy="5119350"/>
          </a:xfrm>
          <a:prstGeom prst="rect">
            <a:avLst/>
          </a:prstGeom>
          <a:noFill/>
        </p:spPr>
        <p:txBody>
          <a:bodyPr wrap="square" lIns="0" tIns="0" rIns="0" bIns="0" rtlCol="0">
            <a:spAutoFit/>
          </a:bodyPr>
          <a:lstStyle>
            <a:defPPr>
              <a:defRPr lang="en-US"/>
            </a:defPPr>
            <a:lvl1pPr marL="285750" indent="-285750">
              <a:lnSpc>
                <a:spcPct val="107000"/>
              </a:lnSpc>
              <a:spcBef>
                <a:spcPts val="1200"/>
              </a:spcBef>
              <a:buFont typeface="Arial" panose="020B0604020202020204" pitchFamily="34" charset="0"/>
              <a:buChar char="•"/>
              <a:defRPr sz="1600" b="1" spc="-20"/>
            </a:lvl1pPr>
            <a:lvl2pPr marL="742950" lvl="1" indent="-285750">
              <a:lnSpc>
                <a:spcPct val="107000"/>
              </a:lnSpc>
              <a:spcBef>
                <a:spcPts val="1200"/>
              </a:spcBef>
              <a:buFont typeface="Arial" panose="020B0604020202020204" pitchFamily="34" charset="0"/>
              <a:buChar char="•"/>
              <a:defRPr sz="1600" spc="-20"/>
            </a:lvl2pPr>
          </a:lstStyle>
          <a:p>
            <a:pPr marL="0" indent="0">
              <a:lnSpc>
                <a:spcPct val="150000"/>
              </a:lnSpc>
              <a:buNone/>
            </a:pPr>
            <a:r>
              <a:rPr lang="en-GB" sz="2000" b="0" noProof="0" dirty="0"/>
              <a:t>BEE is </a:t>
            </a:r>
            <a:r>
              <a:rPr lang="en-GB" sz="2000" noProof="0" dirty="0">
                <a:effectLst>
                  <a:outerShdw blurRad="38100" dist="38100" dir="2700000" algn="tl">
                    <a:srgbClr val="000000">
                      <a:alpha val="43137"/>
                    </a:srgbClr>
                  </a:outerShdw>
                </a:effectLst>
              </a:rPr>
              <a:t>always</a:t>
            </a:r>
            <a:r>
              <a:rPr lang="en-GB" sz="2000" b="0" noProof="0" dirty="0"/>
              <a:t> </a:t>
            </a:r>
            <a:r>
              <a:rPr lang="en-GB" sz="2000" b="0" dirty="0"/>
              <a:t>equipped with an </a:t>
            </a:r>
            <a:r>
              <a:rPr lang="en-GB" sz="2000" b="0" noProof="0" dirty="0"/>
              <a:t>integrated </a:t>
            </a:r>
            <a:r>
              <a:rPr lang="en-GB" sz="2400" noProof="0" dirty="0">
                <a:effectLst>
                  <a:outerShdw blurRad="38100" dist="38100" dir="2700000" algn="tl">
                    <a:srgbClr val="000000">
                      <a:alpha val="43137"/>
                    </a:srgbClr>
                  </a:outerShdw>
                </a:effectLst>
              </a:rPr>
              <a:t>control unit </a:t>
            </a:r>
            <a:r>
              <a:rPr lang="en-GB" sz="2000" b="0" noProof="0" dirty="0"/>
              <a:t>which enables:</a:t>
            </a:r>
          </a:p>
          <a:p>
            <a:pPr marL="176213" indent="-176213">
              <a:lnSpc>
                <a:spcPct val="150000"/>
              </a:lnSpc>
              <a:spcBef>
                <a:spcPts val="0"/>
              </a:spcBef>
            </a:pPr>
            <a:r>
              <a:rPr lang="en-GB" sz="2000" b="0" dirty="0"/>
              <a:t>Lube cycle set-up in the pump (by end user at any time)</a:t>
            </a:r>
          </a:p>
          <a:p>
            <a:pPr marL="176213" indent="-176213">
              <a:lnSpc>
                <a:spcPct val="150000"/>
              </a:lnSpc>
              <a:spcBef>
                <a:spcPts val="0"/>
              </a:spcBef>
            </a:pPr>
            <a:r>
              <a:rPr lang="en-GB" sz="2000" b="0" noProof="0" dirty="0"/>
              <a:t>Alarm due to empty reservoir and power peak</a:t>
            </a:r>
          </a:p>
          <a:p>
            <a:pPr marL="176213" indent="-176213">
              <a:lnSpc>
                <a:spcPct val="150000"/>
              </a:lnSpc>
              <a:spcBef>
                <a:spcPts val="0"/>
              </a:spcBef>
            </a:pPr>
            <a:r>
              <a:rPr lang="en-GB" sz="2000" b="0" dirty="0"/>
              <a:t>Several modes to distinguish between Stand-alone controlling or machine PLC controlling</a:t>
            </a:r>
          </a:p>
          <a:p>
            <a:pPr marL="176213" indent="-176213">
              <a:lnSpc>
                <a:spcPct val="150000"/>
              </a:lnSpc>
              <a:spcBef>
                <a:spcPts val="0"/>
              </a:spcBef>
            </a:pPr>
            <a:r>
              <a:rPr lang="en-GB" sz="2000" b="0" noProof="0" dirty="0"/>
              <a:t>Several modes to distinguish</a:t>
            </a:r>
            <a:r>
              <a:rPr lang="en-GB" sz="2000" b="0" dirty="0"/>
              <a:t> between different USEs</a:t>
            </a:r>
            <a:endParaRPr lang="en-GB" sz="2000" b="0" noProof="0" dirty="0"/>
          </a:p>
        </p:txBody>
      </p:sp>
      <p:grpSp>
        <p:nvGrpSpPr>
          <p:cNvPr id="43" name="Group 42">
            <a:extLst>
              <a:ext uri="{FF2B5EF4-FFF2-40B4-BE49-F238E27FC236}">
                <a16:creationId xmlns:a16="http://schemas.microsoft.com/office/drawing/2014/main" id="{5B812319-49DA-73B6-BFE8-E3F36C26E7B2}"/>
              </a:ext>
            </a:extLst>
          </p:cNvPr>
          <p:cNvGrpSpPr/>
          <p:nvPr/>
        </p:nvGrpSpPr>
        <p:grpSpPr>
          <a:xfrm>
            <a:off x="3452688" y="104376"/>
            <a:ext cx="3276565" cy="1433880"/>
            <a:chOff x="3500437" y="1028387"/>
            <a:chExt cx="3276565" cy="1433880"/>
          </a:xfrm>
        </p:grpSpPr>
        <p:sp>
          <p:nvSpPr>
            <p:cNvPr id="44" name="Rectangle: Rounded Corners 43">
              <a:extLst>
                <a:ext uri="{FF2B5EF4-FFF2-40B4-BE49-F238E27FC236}">
                  <a16:creationId xmlns:a16="http://schemas.microsoft.com/office/drawing/2014/main" id="{0E53D278-B2CE-A4FF-1B48-26CDE969C037}"/>
                </a:ext>
              </a:extLst>
            </p:cNvPr>
            <p:cNvSpPr/>
            <p:nvPr/>
          </p:nvSpPr>
          <p:spPr>
            <a:xfrm>
              <a:off x="3500437" y="1028387"/>
              <a:ext cx="3276565" cy="1433880"/>
            </a:xfrm>
            <a:prstGeom prst="roundRect">
              <a:avLst>
                <a:gd name="adj" fmla="val 567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GB" sz="1600" b="1" i="1" noProof="0" dirty="0">
                  <a:solidFill>
                    <a:schemeClr val="accent1"/>
                  </a:solidFill>
                </a:rPr>
                <a:t>Single-point Lubricator</a:t>
              </a:r>
            </a:p>
          </p:txBody>
        </p:sp>
        <p:pic>
          <p:nvPicPr>
            <p:cNvPr id="45" name="Grafik 21">
              <a:extLst>
                <a:ext uri="{FF2B5EF4-FFF2-40B4-BE49-F238E27FC236}">
                  <a16:creationId xmlns:a16="http://schemas.microsoft.com/office/drawing/2014/main" id="{AC4E4D02-461F-AEA1-CA16-078EFA9F3F53}"/>
                </a:ext>
              </a:extLst>
            </p:cNvPr>
            <p:cNvPicPr>
              <a:picLocks noChangeAspect="1"/>
            </p:cNvPicPr>
            <p:nvPr/>
          </p:nvPicPr>
          <p:blipFill>
            <a:blip r:embed="rId5"/>
            <a:stretch>
              <a:fillRect/>
            </a:stretch>
          </p:blipFill>
          <p:spPr>
            <a:xfrm>
              <a:off x="3733761" y="1669643"/>
              <a:ext cx="347937" cy="344134"/>
            </a:xfrm>
            <a:prstGeom prst="rect">
              <a:avLst/>
            </a:prstGeom>
          </p:spPr>
        </p:pic>
        <p:pic>
          <p:nvPicPr>
            <p:cNvPr id="48" name="Picture 47">
              <a:extLst>
                <a:ext uri="{FF2B5EF4-FFF2-40B4-BE49-F238E27FC236}">
                  <a16:creationId xmlns:a16="http://schemas.microsoft.com/office/drawing/2014/main" id="{EAD1A2F1-12B1-5675-24A5-D299D892878F}"/>
                </a:ext>
              </a:extLst>
            </p:cNvPr>
            <p:cNvPicPr>
              <a:picLocks noChangeAspect="1"/>
            </p:cNvPicPr>
            <p:nvPr/>
          </p:nvPicPr>
          <p:blipFill>
            <a:blip r:embed="rId3"/>
            <a:stretch>
              <a:fillRect/>
            </a:stretch>
          </p:blipFill>
          <p:spPr>
            <a:xfrm>
              <a:off x="5628188" y="1409921"/>
              <a:ext cx="939090" cy="926652"/>
            </a:xfrm>
            <a:prstGeom prst="rect">
              <a:avLst/>
            </a:prstGeom>
          </p:spPr>
        </p:pic>
        <p:cxnSp>
          <p:nvCxnSpPr>
            <p:cNvPr id="53" name="Connector: Elbow 52">
              <a:extLst>
                <a:ext uri="{FF2B5EF4-FFF2-40B4-BE49-F238E27FC236}">
                  <a16:creationId xmlns:a16="http://schemas.microsoft.com/office/drawing/2014/main" id="{6152BC5A-3E34-11E0-2168-28E8E7B0EB39}"/>
                </a:ext>
              </a:extLst>
            </p:cNvPr>
            <p:cNvCxnSpPr>
              <a:cxnSpLocks/>
              <a:stCxn id="45" idx="3"/>
            </p:cNvCxnSpPr>
            <p:nvPr/>
          </p:nvCxnSpPr>
          <p:spPr>
            <a:xfrm>
              <a:off x="4081698" y="1841710"/>
              <a:ext cx="1527200" cy="92679"/>
            </a:xfrm>
            <a:prstGeom prst="bentConnector3">
              <a:avLst>
                <a:gd name="adj1" fmla="val 50000"/>
              </a:avLst>
            </a:prstGeom>
            <a:ln w="19050">
              <a:solidFill>
                <a:srgbClr val="F86516"/>
              </a:solidFill>
            </a:ln>
          </p:spPr>
          <p:style>
            <a:lnRef idx="1">
              <a:schemeClr val="accent5"/>
            </a:lnRef>
            <a:fillRef idx="0">
              <a:schemeClr val="accent5"/>
            </a:fillRef>
            <a:effectRef idx="0">
              <a:schemeClr val="accent5"/>
            </a:effectRef>
            <a:fontRef idx="minor">
              <a:schemeClr val="tx1"/>
            </a:fontRef>
          </p:style>
        </p:cxnSp>
      </p:grpSp>
      <p:grpSp>
        <p:nvGrpSpPr>
          <p:cNvPr id="5" name="Group 4">
            <a:extLst>
              <a:ext uri="{FF2B5EF4-FFF2-40B4-BE49-F238E27FC236}">
                <a16:creationId xmlns:a16="http://schemas.microsoft.com/office/drawing/2014/main" id="{2F823FA6-A2EA-2F64-4665-2BD888B2B54A}"/>
              </a:ext>
            </a:extLst>
          </p:cNvPr>
          <p:cNvGrpSpPr/>
          <p:nvPr/>
        </p:nvGrpSpPr>
        <p:grpSpPr>
          <a:xfrm>
            <a:off x="3477885" y="3487099"/>
            <a:ext cx="3276565" cy="1521488"/>
            <a:chOff x="3477885" y="3487099"/>
            <a:chExt cx="3276565" cy="1521488"/>
          </a:xfrm>
        </p:grpSpPr>
        <p:sp>
          <p:nvSpPr>
            <p:cNvPr id="6" name="Rectangle: Rounded Corners 5">
              <a:extLst>
                <a:ext uri="{FF2B5EF4-FFF2-40B4-BE49-F238E27FC236}">
                  <a16:creationId xmlns:a16="http://schemas.microsoft.com/office/drawing/2014/main" id="{9AA8B6C8-FDB5-811B-99F4-DBD09D7D45C1}"/>
                </a:ext>
              </a:extLst>
            </p:cNvPr>
            <p:cNvSpPr/>
            <p:nvPr/>
          </p:nvSpPr>
          <p:spPr>
            <a:xfrm>
              <a:off x="3477885" y="3487099"/>
              <a:ext cx="3276565" cy="1521488"/>
            </a:xfrm>
            <a:prstGeom prst="roundRect">
              <a:avLst>
                <a:gd name="adj" fmla="val 567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GB" sz="1600" b="1" i="1" noProof="0" dirty="0">
                  <a:solidFill>
                    <a:schemeClr val="accent1"/>
                  </a:solidFill>
                </a:rPr>
                <a:t>Progressive System</a:t>
              </a:r>
            </a:p>
          </p:txBody>
        </p:sp>
        <p:pic>
          <p:nvPicPr>
            <p:cNvPr id="7" name="Picture 6">
              <a:extLst>
                <a:ext uri="{FF2B5EF4-FFF2-40B4-BE49-F238E27FC236}">
                  <a16:creationId xmlns:a16="http://schemas.microsoft.com/office/drawing/2014/main" id="{787FFA73-A103-0C4A-0318-BE5CA76912BA}"/>
                </a:ext>
              </a:extLst>
            </p:cNvPr>
            <p:cNvPicPr>
              <a:picLocks noChangeAspect="1"/>
            </p:cNvPicPr>
            <p:nvPr/>
          </p:nvPicPr>
          <p:blipFill>
            <a:blip r:embed="rId3"/>
            <a:stretch>
              <a:fillRect/>
            </a:stretch>
          </p:blipFill>
          <p:spPr>
            <a:xfrm>
              <a:off x="5590599" y="3883247"/>
              <a:ext cx="911076" cy="899009"/>
            </a:xfrm>
            <a:prstGeom prst="rect">
              <a:avLst/>
            </a:prstGeom>
          </p:spPr>
        </p:pic>
        <p:grpSp>
          <p:nvGrpSpPr>
            <p:cNvPr id="8" name="Group 7">
              <a:extLst>
                <a:ext uri="{FF2B5EF4-FFF2-40B4-BE49-F238E27FC236}">
                  <a16:creationId xmlns:a16="http://schemas.microsoft.com/office/drawing/2014/main" id="{20496857-3154-7760-3E37-0121126E1F63}"/>
                </a:ext>
              </a:extLst>
            </p:cNvPr>
            <p:cNvGrpSpPr/>
            <p:nvPr/>
          </p:nvGrpSpPr>
          <p:grpSpPr>
            <a:xfrm rot="5400000">
              <a:off x="4317153" y="3543109"/>
              <a:ext cx="901410" cy="1609750"/>
              <a:chOff x="11193335" y="2301978"/>
              <a:chExt cx="2355655" cy="2204508"/>
            </a:xfrm>
          </p:grpSpPr>
          <p:pic>
            <p:nvPicPr>
              <p:cNvPr id="11" name="Picture 10">
                <a:extLst>
                  <a:ext uri="{FF2B5EF4-FFF2-40B4-BE49-F238E27FC236}">
                    <a16:creationId xmlns:a16="http://schemas.microsoft.com/office/drawing/2014/main" id="{296FD026-D89A-B5AE-1FD2-47462E95B926}"/>
                  </a:ext>
                </a:extLst>
              </p:cNvPr>
              <p:cNvPicPr>
                <a:picLocks noChangeAspect="1"/>
              </p:cNvPicPr>
              <p:nvPr/>
            </p:nvPicPr>
            <p:blipFill>
              <a:blip r:embed="rId6"/>
              <a:srcRect r="70473" b="23983"/>
              <a:stretch>
                <a:fillRect/>
              </a:stretch>
            </p:blipFill>
            <p:spPr>
              <a:xfrm flipV="1">
                <a:off x="11193335" y="2301978"/>
                <a:ext cx="2355655" cy="2204508"/>
              </a:xfrm>
              <a:prstGeom prst="rect">
                <a:avLst/>
              </a:prstGeom>
            </p:spPr>
          </p:pic>
          <p:sp>
            <p:nvSpPr>
              <p:cNvPr id="12" name="Rectangle 11">
                <a:extLst>
                  <a:ext uri="{FF2B5EF4-FFF2-40B4-BE49-F238E27FC236}">
                    <a16:creationId xmlns:a16="http://schemas.microsoft.com/office/drawing/2014/main" id="{0A30C098-DB6F-B7FE-6E5C-733D04B1B92A}"/>
                  </a:ext>
                </a:extLst>
              </p:cNvPr>
              <p:cNvSpPr/>
              <p:nvPr/>
            </p:nvSpPr>
            <p:spPr>
              <a:xfrm>
                <a:off x="12528331" y="2301978"/>
                <a:ext cx="1020659" cy="13135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7000"/>
                  </a:lnSpc>
                  <a:spcBef>
                    <a:spcPts val="1200"/>
                  </a:spcBef>
                </a:pPr>
                <a:endParaRPr lang="en-GB" sz="1600" spc="-20" dirty="0"/>
              </a:p>
            </p:txBody>
          </p:sp>
        </p:grpSp>
      </p:grpSp>
    </p:spTree>
    <p:extLst>
      <p:ext uri="{BB962C8B-B14F-4D97-AF65-F5344CB8AC3E}">
        <p14:creationId xmlns:p14="http://schemas.microsoft.com/office/powerpoint/2010/main" val="116920453"/>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Rounded Corners 56">
            <a:extLst>
              <a:ext uri="{FF2B5EF4-FFF2-40B4-BE49-F238E27FC236}">
                <a16:creationId xmlns:a16="http://schemas.microsoft.com/office/drawing/2014/main" id="{1D49303C-EF08-22B5-901C-D864CF1D86C8}"/>
              </a:ext>
            </a:extLst>
          </p:cNvPr>
          <p:cNvSpPr/>
          <p:nvPr/>
        </p:nvSpPr>
        <p:spPr>
          <a:xfrm>
            <a:off x="274533" y="2571366"/>
            <a:ext cx="1576408" cy="1413322"/>
          </a:xfrm>
          <a:prstGeom prst="roundRect">
            <a:avLst>
              <a:gd name="adj" fmla="val 3464"/>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lstStyle/>
          <a:p>
            <a:pPr algn="ctr">
              <a:lnSpc>
                <a:spcPct val="107000"/>
              </a:lnSpc>
              <a:spcBef>
                <a:spcPts val="1200"/>
              </a:spcBef>
            </a:pPr>
            <a:r>
              <a:rPr lang="en-GB" sz="1400" spc="-20" dirty="0"/>
              <a:t>1</a:t>
            </a:r>
            <a:r>
              <a:rPr lang="en-GB" sz="1400" spc="-20" noProof="0" dirty="0"/>
              <a:t> pump – 1 USE</a:t>
            </a:r>
          </a:p>
        </p:txBody>
      </p:sp>
      <p:grpSp>
        <p:nvGrpSpPr>
          <p:cNvPr id="25" name="Group 24">
            <a:extLst>
              <a:ext uri="{FF2B5EF4-FFF2-40B4-BE49-F238E27FC236}">
                <a16:creationId xmlns:a16="http://schemas.microsoft.com/office/drawing/2014/main" id="{33FDE237-2EFA-9D52-9EC9-4C27C0A91E35}"/>
              </a:ext>
            </a:extLst>
          </p:cNvPr>
          <p:cNvGrpSpPr/>
          <p:nvPr/>
        </p:nvGrpSpPr>
        <p:grpSpPr>
          <a:xfrm>
            <a:off x="274533" y="658592"/>
            <a:ext cx="1576408" cy="1413322"/>
            <a:chOff x="3072109" y="2317909"/>
            <a:chExt cx="1576408" cy="1413322"/>
          </a:xfrm>
        </p:grpSpPr>
        <p:sp>
          <p:nvSpPr>
            <p:cNvPr id="26" name="Rectangle: Rounded Corners 25">
              <a:extLst>
                <a:ext uri="{FF2B5EF4-FFF2-40B4-BE49-F238E27FC236}">
                  <a16:creationId xmlns:a16="http://schemas.microsoft.com/office/drawing/2014/main" id="{85B78B63-9042-90CE-B2BA-1BF31DE873D8}"/>
                </a:ext>
              </a:extLst>
            </p:cNvPr>
            <p:cNvSpPr/>
            <p:nvPr/>
          </p:nvSpPr>
          <p:spPr>
            <a:xfrm>
              <a:off x="3072109" y="2317909"/>
              <a:ext cx="1576408" cy="1413322"/>
            </a:xfrm>
            <a:prstGeom prst="roundRect">
              <a:avLst>
                <a:gd name="adj" fmla="val 3464"/>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lstStyle/>
            <a:p>
              <a:pPr algn="ctr">
                <a:lnSpc>
                  <a:spcPct val="107000"/>
                </a:lnSpc>
                <a:spcBef>
                  <a:spcPts val="1200"/>
                </a:spcBef>
              </a:pPr>
              <a:r>
                <a:rPr lang="en-GB" sz="1400" spc="-20" dirty="0"/>
                <a:t>1</a:t>
              </a:r>
              <a:r>
                <a:rPr lang="en-GB" sz="1400" spc="-20" noProof="0" dirty="0"/>
                <a:t> pump – 1 USE</a:t>
              </a:r>
            </a:p>
          </p:txBody>
        </p:sp>
        <p:grpSp>
          <p:nvGrpSpPr>
            <p:cNvPr id="29" name="Group 28">
              <a:extLst>
                <a:ext uri="{FF2B5EF4-FFF2-40B4-BE49-F238E27FC236}">
                  <a16:creationId xmlns:a16="http://schemas.microsoft.com/office/drawing/2014/main" id="{92591B6C-9F0F-FB5E-D5F9-2D78BD5FC9F0}"/>
                </a:ext>
              </a:extLst>
            </p:cNvPr>
            <p:cNvGrpSpPr/>
            <p:nvPr/>
          </p:nvGrpSpPr>
          <p:grpSpPr>
            <a:xfrm>
              <a:off x="3126878" y="2355954"/>
              <a:ext cx="1478094" cy="1120000"/>
              <a:chOff x="4458580" y="798736"/>
              <a:chExt cx="1530589" cy="1120000"/>
            </a:xfrm>
          </p:grpSpPr>
          <p:sp>
            <p:nvSpPr>
              <p:cNvPr id="31" name="Rectangle: Rounded Corners 30">
                <a:extLst>
                  <a:ext uri="{FF2B5EF4-FFF2-40B4-BE49-F238E27FC236}">
                    <a16:creationId xmlns:a16="http://schemas.microsoft.com/office/drawing/2014/main" id="{5B8CC279-F131-449C-FA70-1C337F127764}"/>
                  </a:ext>
                </a:extLst>
              </p:cNvPr>
              <p:cNvSpPr/>
              <p:nvPr/>
            </p:nvSpPr>
            <p:spPr>
              <a:xfrm>
                <a:off x="4458580" y="798736"/>
                <a:ext cx="1530589" cy="1120000"/>
              </a:xfrm>
              <a:prstGeom prst="roundRect">
                <a:avLst>
                  <a:gd name="adj" fmla="val 567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GB" sz="1200" b="1" i="1" noProof="0" dirty="0">
                    <a:solidFill>
                      <a:schemeClr val="accent1"/>
                    </a:solidFill>
                  </a:rPr>
                  <a:t>Single-point Lubricator</a:t>
                </a:r>
              </a:p>
            </p:txBody>
          </p:sp>
          <p:pic>
            <p:nvPicPr>
              <p:cNvPr id="41" name="Grafik 21">
                <a:extLst>
                  <a:ext uri="{FF2B5EF4-FFF2-40B4-BE49-F238E27FC236}">
                    <a16:creationId xmlns:a16="http://schemas.microsoft.com/office/drawing/2014/main" id="{C0857EE2-0007-1F97-0444-32918266318D}"/>
                  </a:ext>
                </a:extLst>
              </p:cNvPr>
              <p:cNvPicPr>
                <a:picLocks noChangeAspect="1"/>
              </p:cNvPicPr>
              <p:nvPr/>
            </p:nvPicPr>
            <p:blipFill>
              <a:blip r:embed="rId2"/>
              <a:stretch>
                <a:fillRect/>
              </a:stretch>
            </p:blipFill>
            <p:spPr>
              <a:xfrm>
                <a:off x="4570190" y="1260068"/>
                <a:ext cx="347937" cy="344134"/>
              </a:xfrm>
              <a:prstGeom prst="rect">
                <a:avLst/>
              </a:prstGeom>
            </p:spPr>
          </p:pic>
          <p:pic>
            <p:nvPicPr>
              <p:cNvPr id="42" name="Picture 41">
                <a:extLst>
                  <a:ext uri="{FF2B5EF4-FFF2-40B4-BE49-F238E27FC236}">
                    <a16:creationId xmlns:a16="http://schemas.microsoft.com/office/drawing/2014/main" id="{AEA9D6BB-7D29-C521-179B-D19FB254000E}"/>
                  </a:ext>
                </a:extLst>
              </p:cNvPr>
              <p:cNvPicPr>
                <a:picLocks noChangeAspect="1"/>
              </p:cNvPicPr>
              <p:nvPr/>
            </p:nvPicPr>
            <p:blipFill>
              <a:blip r:embed="rId3"/>
              <a:stretch>
                <a:fillRect/>
              </a:stretch>
            </p:blipFill>
            <p:spPr>
              <a:xfrm>
                <a:off x="5375754" y="1235243"/>
                <a:ext cx="482866" cy="476470"/>
              </a:xfrm>
              <a:prstGeom prst="rect">
                <a:avLst/>
              </a:prstGeom>
            </p:spPr>
          </p:pic>
          <p:cxnSp>
            <p:nvCxnSpPr>
              <p:cNvPr id="46" name="Connector: Elbow 45">
                <a:extLst>
                  <a:ext uri="{FF2B5EF4-FFF2-40B4-BE49-F238E27FC236}">
                    <a16:creationId xmlns:a16="http://schemas.microsoft.com/office/drawing/2014/main" id="{B74C03C7-3E6D-9523-B3D0-CB48EE0DB5F9}"/>
                  </a:ext>
                </a:extLst>
              </p:cNvPr>
              <p:cNvCxnSpPr>
                <a:cxnSpLocks/>
                <a:stCxn id="41" idx="3"/>
                <a:endCxn id="42" idx="1"/>
              </p:cNvCxnSpPr>
              <p:nvPr/>
            </p:nvCxnSpPr>
            <p:spPr>
              <a:xfrm>
                <a:off x="4918127" y="1432135"/>
                <a:ext cx="457626" cy="41343"/>
              </a:xfrm>
              <a:prstGeom prst="bentConnector3">
                <a:avLst>
                  <a:gd name="adj1" fmla="val 50000"/>
                </a:avLst>
              </a:prstGeom>
              <a:ln w="19050">
                <a:solidFill>
                  <a:srgbClr val="F86516"/>
                </a:solidFill>
              </a:ln>
            </p:spPr>
            <p:style>
              <a:lnRef idx="1">
                <a:schemeClr val="accent5"/>
              </a:lnRef>
              <a:fillRef idx="0">
                <a:schemeClr val="accent5"/>
              </a:fillRef>
              <a:effectRef idx="0">
                <a:schemeClr val="accent5"/>
              </a:effectRef>
              <a:fontRef idx="minor">
                <a:schemeClr val="tx1"/>
              </a:fontRef>
            </p:style>
          </p:cxnSp>
        </p:grpSp>
      </p:grpSp>
      <p:sp>
        <p:nvSpPr>
          <p:cNvPr id="3" name="TextBox 2">
            <a:extLst>
              <a:ext uri="{FF2B5EF4-FFF2-40B4-BE49-F238E27FC236}">
                <a16:creationId xmlns:a16="http://schemas.microsoft.com/office/drawing/2014/main" id="{E97E6141-B561-09FE-E39E-92972BA5D7E2}"/>
              </a:ext>
            </a:extLst>
          </p:cNvPr>
          <p:cNvSpPr txBox="1"/>
          <p:nvPr/>
        </p:nvSpPr>
        <p:spPr>
          <a:xfrm>
            <a:off x="2122508" y="572867"/>
            <a:ext cx="3917985" cy="1496831"/>
          </a:xfrm>
          <a:prstGeom prst="rect">
            <a:avLst/>
          </a:prstGeom>
          <a:noFill/>
          <a:ln>
            <a:solidFill>
              <a:srgbClr val="009E2D"/>
            </a:solidFill>
          </a:ln>
        </p:spPr>
        <p:txBody>
          <a:bodyPr wrap="square" lIns="72000" tIns="36000" rIns="36000" bIns="36000" rtlCol="0" anchor="ctr">
            <a:noAutofit/>
          </a:bodyPr>
          <a:lstStyle/>
          <a:p>
            <a:pPr algn="l"/>
            <a:r>
              <a:rPr lang="en-GB" sz="1400" spc="-20" noProof="0" dirty="0"/>
              <a:t>Modes: “</a:t>
            </a:r>
            <a:r>
              <a:rPr lang="en-GB" sz="1400" b="1" spc="-20" noProof="0" dirty="0">
                <a:effectLst>
                  <a:outerShdw blurRad="38100" dist="38100" dir="2700000" algn="tl">
                    <a:srgbClr val="000000">
                      <a:alpha val="43137"/>
                    </a:srgbClr>
                  </a:outerShdw>
                </a:effectLst>
              </a:rPr>
              <a:t>Single-point Lubricator</a:t>
            </a:r>
            <a:r>
              <a:rPr lang="en-GB" sz="1400" spc="-20" noProof="0" dirty="0"/>
              <a:t>”</a:t>
            </a:r>
          </a:p>
          <a:p>
            <a:pPr marL="174625" indent="-174625">
              <a:buFont typeface="Arial" panose="020B0604020202020204" pitchFamily="34" charset="0"/>
              <a:buChar char="•"/>
            </a:pPr>
            <a:r>
              <a:rPr lang="en-GB" sz="1400" b="1" spc="-20" dirty="0">
                <a:effectLst>
                  <a:outerShdw blurRad="38100" dist="38100" dir="2700000" algn="tl">
                    <a:srgbClr val="000000">
                      <a:alpha val="43137"/>
                    </a:srgbClr>
                  </a:outerShdw>
                </a:effectLst>
              </a:rPr>
              <a:t>Lubrication Cycle:</a:t>
            </a:r>
            <a:r>
              <a:rPr lang="en-GB" sz="1400" spc="-20" dirty="0"/>
              <a:t> defined at BEE controller</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Run time</a:t>
            </a:r>
            <a:r>
              <a:rPr lang="en-GB" sz="1400" spc="-20" dirty="0"/>
              <a:t>: 1 -15 pump strokes</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Pressure release</a:t>
            </a:r>
            <a:r>
              <a:rPr lang="en-GB" sz="1400" spc="-20" dirty="0"/>
              <a:t>: not needed</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Pause time</a:t>
            </a:r>
            <a:r>
              <a:rPr lang="en-GB" sz="1400" spc="-20" dirty="0"/>
              <a:t>: up to 100 hours (min 1 hour)</a:t>
            </a:r>
            <a:r>
              <a:rPr lang="en-GB" sz="1400" b="1" spc="-20" dirty="0">
                <a:effectLst>
                  <a:outerShdw blurRad="38100" dist="38100" dir="2700000" algn="tl">
                    <a:srgbClr val="000000">
                      <a:alpha val="43137"/>
                    </a:srgbClr>
                  </a:outerShdw>
                </a:effectLst>
              </a:rPr>
              <a:t> Lubrication cycle memory at BEE</a:t>
            </a:r>
            <a:r>
              <a:rPr lang="en-GB" sz="1400" spc="-20" dirty="0"/>
              <a:t>: YES</a:t>
            </a:r>
          </a:p>
        </p:txBody>
      </p:sp>
      <p:sp>
        <p:nvSpPr>
          <p:cNvPr id="6" name="TextBox 5">
            <a:extLst>
              <a:ext uri="{FF2B5EF4-FFF2-40B4-BE49-F238E27FC236}">
                <a16:creationId xmlns:a16="http://schemas.microsoft.com/office/drawing/2014/main" id="{E55FDDCF-2222-1D92-3BDB-9D5CA89C841B}"/>
              </a:ext>
            </a:extLst>
          </p:cNvPr>
          <p:cNvSpPr txBox="1"/>
          <p:nvPr/>
        </p:nvSpPr>
        <p:spPr>
          <a:xfrm>
            <a:off x="2120164" y="2427669"/>
            <a:ext cx="3917985" cy="1553854"/>
          </a:xfrm>
          <a:prstGeom prst="rect">
            <a:avLst/>
          </a:prstGeom>
          <a:noFill/>
          <a:ln>
            <a:solidFill>
              <a:srgbClr val="009E2D"/>
            </a:solidFill>
          </a:ln>
        </p:spPr>
        <p:txBody>
          <a:bodyPr wrap="square" lIns="72000" tIns="36000" rIns="36000" bIns="36000" rtlCol="0" anchor="ctr">
            <a:noAutofit/>
          </a:bodyPr>
          <a:lstStyle/>
          <a:p>
            <a:pPr algn="l"/>
            <a:r>
              <a:rPr lang="en-GB" sz="1400" spc="-20" noProof="0" dirty="0"/>
              <a:t>Modes:  “</a:t>
            </a:r>
            <a:r>
              <a:rPr lang="en-GB" sz="1400" b="1" spc="-20" noProof="0" dirty="0">
                <a:effectLst>
                  <a:outerShdw blurRad="38100" dist="38100" dir="2700000" algn="tl">
                    <a:srgbClr val="000000">
                      <a:alpha val="43137"/>
                    </a:srgbClr>
                  </a:outerShdw>
                </a:effectLst>
              </a:rPr>
              <a:t>Multi-point Lubricator – Stand alone</a:t>
            </a:r>
            <a:r>
              <a:rPr lang="en-GB" sz="1400" spc="-20" noProof="0" dirty="0"/>
              <a:t>”</a:t>
            </a:r>
          </a:p>
          <a:p>
            <a:pPr marL="174625" indent="-174625">
              <a:buFont typeface="Arial" panose="020B0604020202020204" pitchFamily="34" charset="0"/>
              <a:buChar char="•"/>
            </a:pPr>
            <a:r>
              <a:rPr lang="en-GB" sz="1400" b="1" spc="-20" dirty="0">
                <a:effectLst>
                  <a:outerShdw blurRad="38100" dist="38100" dir="2700000" algn="tl">
                    <a:srgbClr val="000000">
                      <a:alpha val="43137"/>
                    </a:srgbClr>
                  </a:outerShdw>
                </a:effectLst>
              </a:rPr>
              <a:t>Lubrication Cycle: </a:t>
            </a:r>
            <a:r>
              <a:rPr lang="en-GB" sz="1400" spc="-20" dirty="0"/>
              <a:t>defined at BEE controller</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Run time</a:t>
            </a:r>
            <a:r>
              <a:rPr lang="en-GB" sz="1400" spc="-20" dirty="0"/>
              <a:t>: 6 pump strokes (fixed)</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Pressure release</a:t>
            </a:r>
            <a:r>
              <a:rPr lang="en-GB" sz="1400" spc="-20" dirty="0"/>
              <a:t>: NEEDED</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Pause time</a:t>
            </a:r>
            <a:r>
              <a:rPr lang="en-GB" sz="1400" spc="-20" dirty="0"/>
              <a:t>: up to 100 hours (min 1 hour)</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Lubrication cycle memory at BEE</a:t>
            </a:r>
            <a:r>
              <a:rPr lang="en-GB" sz="1400" spc="-20" dirty="0"/>
              <a:t>: YES</a:t>
            </a:r>
          </a:p>
        </p:txBody>
      </p:sp>
      <p:grpSp>
        <p:nvGrpSpPr>
          <p:cNvPr id="45" name="Group 44">
            <a:extLst>
              <a:ext uri="{FF2B5EF4-FFF2-40B4-BE49-F238E27FC236}">
                <a16:creationId xmlns:a16="http://schemas.microsoft.com/office/drawing/2014/main" id="{BBBEEDAC-6171-7D08-F18C-A6F63A5DBD6C}"/>
              </a:ext>
            </a:extLst>
          </p:cNvPr>
          <p:cNvGrpSpPr/>
          <p:nvPr/>
        </p:nvGrpSpPr>
        <p:grpSpPr>
          <a:xfrm>
            <a:off x="329302" y="2620994"/>
            <a:ext cx="1478094" cy="1120000"/>
            <a:chOff x="5135042" y="4646067"/>
            <a:chExt cx="1478094" cy="1120000"/>
          </a:xfrm>
        </p:grpSpPr>
        <p:sp>
          <p:nvSpPr>
            <p:cNvPr id="47" name="Rectangle: Rounded Corners 46">
              <a:extLst>
                <a:ext uri="{FF2B5EF4-FFF2-40B4-BE49-F238E27FC236}">
                  <a16:creationId xmlns:a16="http://schemas.microsoft.com/office/drawing/2014/main" id="{44542001-92FE-59A9-DD92-99B0DD194C9E}"/>
                </a:ext>
              </a:extLst>
            </p:cNvPr>
            <p:cNvSpPr/>
            <p:nvPr/>
          </p:nvSpPr>
          <p:spPr>
            <a:xfrm>
              <a:off x="5135042" y="4646067"/>
              <a:ext cx="1478094" cy="1120000"/>
            </a:xfrm>
            <a:prstGeom prst="roundRect">
              <a:avLst>
                <a:gd name="adj" fmla="val 567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GB" sz="1200" b="1" i="1" noProof="0" dirty="0">
                  <a:solidFill>
                    <a:schemeClr val="accent1"/>
                  </a:solidFill>
                </a:rPr>
                <a:t>Multi-point Lubricator (2 to 6)</a:t>
              </a:r>
            </a:p>
          </p:txBody>
        </p:sp>
        <p:pic>
          <p:nvPicPr>
            <p:cNvPr id="48" name="Picture 47">
              <a:extLst>
                <a:ext uri="{FF2B5EF4-FFF2-40B4-BE49-F238E27FC236}">
                  <a16:creationId xmlns:a16="http://schemas.microsoft.com/office/drawing/2014/main" id="{D76C6F8F-C579-0FAD-5EFF-AACD0FB2AB04}"/>
                </a:ext>
              </a:extLst>
            </p:cNvPr>
            <p:cNvPicPr>
              <a:picLocks noChangeAspect="1"/>
            </p:cNvPicPr>
            <p:nvPr/>
          </p:nvPicPr>
          <p:blipFill>
            <a:blip r:embed="rId3"/>
            <a:stretch>
              <a:fillRect/>
            </a:stretch>
          </p:blipFill>
          <p:spPr>
            <a:xfrm>
              <a:off x="5972686" y="5049116"/>
              <a:ext cx="466883" cy="460700"/>
            </a:xfrm>
            <a:prstGeom prst="rect">
              <a:avLst/>
            </a:prstGeom>
          </p:spPr>
        </p:pic>
        <p:cxnSp>
          <p:nvCxnSpPr>
            <p:cNvPr id="50" name="Connector: Elbow 49">
              <a:extLst>
                <a:ext uri="{FF2B5EF4-FFF2-40B4-BE49-F238E27FC236}">
                  <a16:creationId xmlns:a16="http://schemas.microsoft.com/office/drawing/2014/main" id="{0CB30DD8-36FE-1778-25D1-ED11B6CDED74}"/>
                </a:ext>
              </a:extLst>
            </p:cNvPr>
            <p:cNvCxnSpPr>
              <a:cxnSpLocks/>
              <a:stCxn id="54" idx="3"/>
            </p:cNvCxnSpPr>
            <p:nvPr/>
          </p:nvCxnSpPr>
          <p:spPr>
            <a:xfrm flipV="1">
              <a:off x="5413893" y="5407003"/>
              <a:ext cx="653124" cy="243170"/>
            </a:xfrm>
            <a:prstGeom prst="bentConnector3">
              <a:avLst>
                <a:gd name="adj1" fmla="val 57656"/>
              </a:avLst>
            </a:prstGeom>
            <a:ln w="19050">
              <a:solidFill>
                <a:srgbClr val="F86516"/>
              </a:solidFill>
            </a:ln>
          </p:spPr>
          <p:style>
            <a:lnRef idx="1">
              <a:schemeClr val="accent5"/>
            </a:lnRef>
            <a:fillRef idx="0">
              <a:schemeClr val="accent5"/>
            </a:fillRef>
            <a:effectRef idx="0">
              <a:schemeClr val="accent5"/>
            </a:effectRef>
            <a:fontRef idx="minor">
              <a:schemeClr val="tx1"/>
            </a:fontRef>
          </p:style>
        </p:cxnSp>
        <p:cxnSp>
          <p:nvCxnSpPr>
            <p:cNvPr id="51" name="Connector: Elbow 50">
              <a:extLst>
                <a:ext uri="{FF2B5EF4-FFF2-40B4-BE49-F238E27FC236}">
                  <a16:creationId xmlns:a16="http://schemas.microsoft.com/office/drawing/2014/main" id="{09E82113-7E0F-C4C0-F3E1-F360B8CFEC4C}"/>
                </a:ext>
              </a:extLst>
            </p:cNvPr>
            <p:cNvCxnSpPr>
              <a:cxnSpLocks/>
              <a:stCxn id="53" idx="3"/>
            </p:cNvCxnSpPr>
            <p:nvPr/>
          </p:nvCxnSpPr>
          <p:spPr>
            <a:xfrm flipV="1">
              <a:off x="5407325" y="5353631"/>
              <a:ext cx="674975" cy="121607"/>
            </a:xfrm>
            <a:prstGeom prst="bentConnector3">
              <a:avLst>
                <a:gd name="adj1" fmla="val 50000"/>
              </a:avLst>
            </a:prstGeom>
            <a:ln w="19050">
              <a:solidFill>
                <a:srgbClr val="F86516"/>
              </a:solidFill>
            </a:ln>
          </p:spPr>
          <p:style>
            <a:lnRef idx="1">
              <a:schemeClr val="accent5"/>
            </a:lnRef>
            <a:fillRef idx="0">
              <a:schemeClr val="accent5"/>
            </a:fillRef>
            <a:effectRef idx="0">
              <a:schemeClr val="accent5"/>
            </a:effectRef>
            <a:fontRef idx="minor">
              <a:schemeClr val="tx1"/>
            </a:fontRef>
          </p:style>
        </p:cxnSp>
        <p:cxnSp>
          <p:nvCxnSpPr>
            <p:cNvPr id="52" name="Connector: Elbow 51">
              <a:extLst>
                <a:ext uri="{FF2B5EF4-FFF2-40B4-BE49-F238E27FC236}">
                  <a16:creationId xmlns:a16="http://schemas.microsoft.com/office/drawing/2014/main" id="{652B6A1F-2BEE-D15E-97C7-6205A546E8B8}"/>
                </a:ext>
              </a:extLst>
            </p:cNvPr>
            <p:cNvCxnSpPr>
              <a:cxnSpLocks/>
            </p:cNvCxnSpPr>
            <p:nvPr/>
          </p:nvCxnSpPr>
          <p:spPr>
            <a:xfrm flipV="1">
              <a:off x="5422711" y="5312530"/>
              <a:ext cx="565361" cy="18358"/>
            </a:xfrm>
            <a:prstGeom prst="bentConnector3">
              <a:avLst>
                <a:gd name="adj1" fmla="val 50000"/>
              </a:avLst>
            </a:prstGeom>
            <a:ln w="19050">
              <a:solidFill>
                <a:srgbClr val="F86516"/>
              </a:solidFill>
            </a:ln>
          </p:spPr>
          <p:style>
            <a:lnRef idx="1">
              <a:schemeClr val="accent5"/>
            </a:lnRef>
            <a:fillRef idx="0">
              <a:schemeClr val="accent5"/>
            </a:fillRef>
            <a:effectRef idx="0">
              <a:schemeClr val="accent5"/>
            </a:effectRef>
            <a:fontRef idx="minor">
              <a:schemeClr val="tx1"/>
            </a:fontRef>
          </p:style>
        </p:cxnSp>
        <p:pic>
          <p:nvPicPr>
            <p:cNvPr id="53" name="Grafik 21">
              <a:extLst>
                <a:ext uri="{FF2B5EF4-FFF2-40B4-BE49-F238E27FC236}">
                  <a16:creationId xmlns:a16="http://schemas.microsoft.com/office/drawing/2014/main" id="{69A5BAD4-8CD3-ADD8-7ECB-2CC00A062803}"/>
                </a:ext>
              </a:extLst>
            </p:cNvPr>
            <p:cNvPicPr>
              <a:picLocks noChangeAspect="1"/>
            </p:cNvPicPr>
            <p:nvPr/>
          </p:nvPicPr>
          <p:blipFill>
            <a:blip r:embed="rId2"/>
            <a:srcRect l="6730" t="13931" r="10044" b="12746"/>
            <a:stretch>
              <a:fillRect/>
            </a:stretch>
          </p:blipFill>
          <p:spPr>
            <a:xfrm>
              <a:off x="5219771" y="5393523"/>
              <a:ext cx="187554" cy="163429"/>
            </a:xfrm>
            <a:prstGeom prst="rect">
              <a:avLst/>
            </a:prstGeom>
          </p:spPr>
        </p:pic>
        <p:pic>
          <p:nvPicPr>
            <p:cNvPr id="54" name="Grafik 21">
              <a:extLst>
                <a:ext uri="{FF2B5EF4-FFF2-40B4-BE49-F238E27FC236}">
                  <a16:creationId xmlns:a16="http://schemas.microsoft.com/office/drawing/2014/main" id="{1BD3764D-39D7-B163-3F5A-6D77D7D46C2F}"/>
                </a:ext>
              </a:extLst>
            </p:cNvPr>
            <p:cNvPicPr>
              <a:picLocks noChangeAspect="1"/>
            </p:cNvPicPr>
            <p:nvPr/>
          </p:nvPicPr>
          <p:blipFill>
            <a:blip r:embed="rId2"/>
            <a:srcRect l="6730" t="13931" r="10044" b="12746"/>
            <a:stretch>
              <a:fillRect/>
            </a:stretch>
          </p:blipFill>
          <p:spPr>
            <a:xfrm>
              <a:off x="5226339" y="5568458"/>
              <a:ext cx="187554" cy="163429"/>
            </a:xfrm>
            <a:prstGeom prst="rect">
              <a:avLst/>
            </a:prstGeom>
          </p:spPr>
        </p:pic>
        <p:pic>
          <p:nvPicPr>
            <p:cNvPr id="55" name="Grafik 21">
              <a:extLst>
                <a:ext uri="{FF2B5EF4-FFF2-40B4-BE49-F238E27FC236}">
                  <a16:creationId xmlns:a16="http://schemas.microsoft.com/office/drawing/2014/main" id="{075C392A-C040-596F-0CA8-8105E548A8B2}"/>
                </a:ext>
              </a:extLst>
            </p:cNvPr>
            <p:cNvPicPr>
              <a:picLocks noChangeAspect="1"/>
            </p:cNvPicPr>
            <p:nvPr/>
          </p:nvPicPr>
          <p:blipFill>
            <a:blip r:embed="rId2"/>
            <a:srcRect l="6730" t="13931" r="10044" b="12746"/>
            <a:stretch>
              <a:fillRect/>
            </a:stretch>
          </p:blipFill>
          <p:spPr>
            <a:xfrm>
              <a:off x="5219771" y="5216109"/>
              <a:ext cx="187554" cy="163429"/>
            </a:xfrm>
            <a:prstGeom prst="rect">
              <a:avLst/>
            </a:prstGeom>
          </p:spPr>
        </p:pic>
        <p:pic>
          <p:nvPicPr>
            <p:cNvPr id="56" name="Grafik 21">
              <a:extLst>
                <a:ext uri="{FF2B5EF4-FFF2-40B4-BE49-F238E27FC236}">
                  <a16:creationId xmlns:a16="http://schemas.microsoft.com/office/drawing/2014/main" id="{36923389-4791-D69D-E8A0-37E1D5BDF2BE}"/>
                </a:ext>
              </a:extLst>
            </p:cNvPr>
            <p:cNvPicPr>
              <a:picLocks noChangeAspect="1"/>
            </p:cNvPicPr>
            <p:nvPr/>
          </p:nvPicPr>
          <p:blipFill>
            <a:blip r:embed="rId2"/>
            <a:srcRect l="6730" t="13931" r="10044" b="12746"/>
            <a:stretch>
              <a:fillRect/>
            </a:stretch>
          </p:blipFill>
          <p:spPr>
            <a:xfrm>
              <a:off x="5214788" y="5028486"/>
              <a:ext cx="187554" cy="163429"/>
            </a:xfrm>
            <a:prstGeom prst="rect">
              <a:avLst/>
            </a:prstGeom>
          </p:spPr>
        </p:pic>
      </p:grpSp>
      <p:sp>
        <p:nvSpPr>
          <p:cNvPr id="2056" name="Rectangle: Rounded Corners 2055">
            <a:extLst>
              <a:ext uri="{FF2B5EF4-FFF2-40B4-BE49-F238E27FC236}">
                <a16:creationId xmlns:a16="http://schemas.microsoft.com/office/drawing/2014/main" id="{1BEDE872-D35B-8C63-04ED-EEF7094972DB}"/>
              </a:ext>
            </a:extLst>
          </p:cNvPr>
          <p:cNvSpPr/>
          <p:nvPr/>
        </p:nvSpPr>
        <p:spPr>
          <a:xfrm>
            <a:off x="6313383" y="2568201"/>
            <a:ext cx="1576408" cy="1413322"/>
          </a:xfrm>
          <a:prstGeom prst="roundRect">
            <a:avLst>
              <a:gd name="adj" fmla="val 3464"/>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lstStyle/>
          <a:p>
            <a:pPr algn="ctr">
              <a:lnSpc>
                <a:spcPct val="107000"/>
              </a:lnSpc>
              <a:spcBef>
                <a:spcPts val="1200"/>
              </a:spcBef>
            </a:pPr>
            <a:r>
              <a:rPr lang="en-GB" sz="1400" spc="-20" dirty="0"/>
              <a:t>1</a:t>
            </a:r>
            <a:r>
              <a:rPr lang="en-GB" sz="1400" spc="-20" noProof="0" dirty="0"/>
              <a:t> pump – 1 USE</a:t>
            </a:r>
          </a:p>
        </p:txBody>
      </p:sp>
      <p:sp>
        <p:nvSpPr>
          <p:cNvPr id="2068" name="TextBox 2067">
            <a:extLst>
              <a:ext uri="{FF2B5EF4-FFF2-40B4-BE49-F238E27FC236}">
                <a16:creationId xmlns:a16="http://schemas.microsoft.com/office/drawing/2014/main" id="{4AC02D67-5329-1FBC-0F5C-74D3951CA1A6}"/>
              </a:ext>
            </a:extLst>
          </p:cNvPr>
          <p:cNvSpPr txBox="1"/>
          <p:nvPr/>
        </p:nvSpPr>
        <p:spPr>
          <a:xfrm>
            <a:off x="8161358" y="2573541"/>
            <a:ext cx="3917985" cy="1403484"/>
          </a:xfrm>
          <a:prstGeom prst="rect">
            <a:avLst/>
          </a:prstGeom>
          <a:noFill/>
          <a:ln>
            <a:solidFill>
              <a:srgbClr val="009E2D"/>
            </a:solidFill>
          </a:ln>
        </p:spPr>
        <p:txBody>
          <a:bodyPr wrap="square" lIns="72000" tIns="36000" rIns="36000" bIns="36000" rtlCol="0" anchor="ctr">
            <a:noAutofit/>
          </a:bodyPr>
          <a:lstStyle/>
          <a:p>
            <a:pPr algn="l"/>
            <a:r>
              <a:rPr lang="en-GB" sz="1400" spc="-20" noProof="0" dirty="0"/>
              <a:t>Modes: “</a:t>
            </a:r>
            <a:r>
              <a:rPr lang="en-GB" sz="1400" b="1" spc="-20" noProof="0" dirty="0">
                <a:effectLst>
                  <a:outerShdw blurRad="38100" dist="38100" dir="2700000" algn="tl">
                    <a:srgbClr val="000000">
                      <a:alpha val="43137"/>
                    </a:srgbClr>
                  </a:outerShdw>
                </a:effectLst>
              </a:rPr>
              <a:t>Progressive pump – Stand alone</a:t>
            </a:r>
            <a:r>
              <a:rPr lang="en-GB" sz="1400" spc="-20" noProof="0" dirty="0"/>
              <a:t>”</a:t>
            </a:r>
          </a:p>
          <a:p>
            <a:pPr marL="174625" indent="-174625">
              <a:buFont typeface="Arial" panose="020B0604020202020204" pitchFamily="34" charset="0"/>
              <a:buChar char="•"/>
            </a:pPr>
            <a:r>
              <a:rPr lang="en-GB" sz="1400" b="1" spc="-20" dirty="0">
                <a:effectLst>
                  <a:outerShdw blurRad="38100" dist="38100" dir="2700000" algn="tl">
                    <a:srgbClr val="000000">
                      <a:alpha val="43137"/>
                    </a:srgbClr>
                  </a:outerShdw>
                </a:effectLst>
              </a:rPr>
              <a:t>Lubrication Cycle: </a:t>
            </a:r>
            <a:r>
              <a:rPr lang="en-GB" sz="1400" spc="-20" dirty="0"/>
              <a:t>defined at BEE controller</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Run time</a:t>
            </a:r>
            <a:r>
              <a:rPr lang="en-GB" sz="1400" spc="-20" dirty="0"/>
              <a:t>: 1 -15 pump strokes</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Pressure release</a:t>
            </a:r>
            <a:r>
              <a:rPr lang="en-GB" sz="1400" spc="-20" dirty="0"/>
              <a:t>: not needed</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Pause time</a:t>
            </a:r>
            <a:r>
              <a:rPr lang="en-GB" sz="1400" spc="-20" dirty="0"/>
              <a:t>: up to 100 hours (min 1 hour)</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Lubrication cycle memory at BEE</a:t>
            </a:r>
            <a:r>
              <a:rPr lang="en-GB" sz="1400" spc="-20" dirty="0"/>
              <a:t>: YES</a:t>
            </a:r>
          </a:p>
        </p:txBody>
      </p:sp>
      <p:grpSp>
        <p:nvGrpSpPr>
          <p:cNvPr id="2092" name="Group 2091">
            <a:extLst>
              <a:ext uri="{FF2B5EF4-FFF2-40B4-BE49-F238E27FC236}">
                <a16:creationId xmlns:a16="http://schemas.microsoft.com/office/drawing/2014/main" id="{6EE58764-A1A3-CA1A-6951-E819FAB550DC}"/>
              </a:ext>
            </a:extLst>
          </p:cNvPr>
          <p:cNvGrpSpPr/>
          <p:nvPr/>
        </p:nvGrpSpPr>
        <p:grpSpPr>
          <a:xfrm>
            <a:off x="6362540" y="2605417"/>
            <a:ext cx="1478094" cy="1120000"/>
            <a:chOff x="6404710" y="2181283"/>
            <a:chExt cx="1478094" cy="1120000"/>
          </a:xfrm>
        </p:grpSpPr>
        <p:sp>
          <p:nvSpPr>
            <p:cNvPr id="2093" name="Rectangle: Rounded Corners 2092">
              <a:extLst>
                <a:ext uri="{FF2B5EF4-FFF2-40B4-BE49-F238E27FC236}">
                  <a16:creationId xmlns:a16="http://schemas.microsoft.com/office/drawing/2014/main" id="{6789B076-7A13-05A3-76AA-09BE3942174B}"/>
                </a:ext>
              </a:extLst>
            </p:cNvPr>
            <p:cNvSpPr/>
            <p:nvPr/>
          </p:nvSpPr>
          <p:spPr>
            <a:xfrm>
              <a:off x="6404710" y="2181283"/>
              <a:ext cx="1478094" cy="1120000"/>
            </a:xfrm>
            <a:prstGeom prst="roundRect">
              <a:avLst>
                <a:gd name="adj" fmla="val 567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GB" sz="1200" b="1" i="1" noProof="0" dirty="0">
                  <a:solidFill>
                    <a:schemeClr val="accent1"/>
                  </a:solidFill>
                </a:rPr>
                <a:t>Progressive System</a:t>
              </a:r>
            </a:p>
          </p:txBody>
        </p:sp>
        <p:grpSp>
          <p:nvGrpSpPr>
            <p:cNvPr id="2094" name="Group 2093">
              <a:extLst>
                <a:ext uri="{FF2B5EF4-FFF2-40B4-BE49-F238E27FC236}">
                  <a16:creationId xmlns:a16="http://schemas.microsoft.com/office/drawing/2014/main" id="{F91B8021-C2FD-7DA6-F19D-84DE27C65B88}"/>
                </a:ext>
              </a:extLst>
            </p:cNvPr>
            <p:cNvGrpSpPr/>
            <p:nvPr/>
          </p:nvGrpSpPr>
          <p:grpSpPr>
            <a:xfrm rot="5400000">
              <a:off x="6507089" y="2387321"/>
              <a:ext cx="813032" cy="976281"/>
              <a:chOff x="10522317" y="2493251"/>
              <a:chExt cx="2127764" cy="1336989"/>
            </a:xfrm>
          </p:grpSpPr>
          <p:pic>
            <p:nvPicPr>
              <p:cNvPr id="2096" name="Picture 2095">
                <a:extLst>
                  <a:ext uri="{FF2B5EF4-FFF2-40B4-BE49-F238E27FC236}">
                    <a16:creationId xmlns:a16="http://schemas.microsoft.com/office/drawing/2014/main" id="{8DE5DE31-002E-1A54-9DC3-79902F4EA684}"/>
                  </a:ext>
                </a:extLst>
              </p:cNvPr>
              <p:cNvPicPr>
                <a:picLocks noChangeAspect="1"/>
              </p:cNvPicPr>
              <p:nvPr/>
            </p:nvPicPr>
            <p:blipFill>
              <a:blip r:embed="rId4"/>
              <a:srcRect r="70473" b="50554"/>
              <a:stretch>
                <a:fillRect/>
              </a:stretch>
            </p:blipFill>
            <p:spPr>
              <a:xfrm flipV="1">
                <a:off x="10522317" y="2564975"/>
                <a:ext cx="2078554" cy="1265265"/>
              </a:xfrm>
              <a:prstGeom prst="rect">
                <a:avLst/>
              </a:prstGeom>
            </p:spPr>
          </p:pic>
          <p:sp>
            <p:nvSpPr>
              <p:cNvPr id="2097" name="Rectangle 2096">
                <a:extLst>
                  <a:ext uri="{FF2B5EF4-FFF2-40B4-BE49-F238E27FC236}">
                    <a16:creationId xmlns:a16="http://schemas.microsoft.com/office/drawing/2014/main" id="{A22DD59C-9D0F-0E7F-25CA-A02800F3D8DA}"/>
                  </a:ext>
                </a:extLst>
              </p:cNvPr>
              <p:cNvSpPr/>
              <p:nvPr/>
            </p:nvSpPr>
            <p:spPr>
              <a:xfrm>
                <a:off x="11598869" y="2493251"/>
                <a:ext cx="1051212" cy="5667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7000"/>
                  </a:lnSpc>
                  <a:spcBef>
                    <a:spcPts val="1200"/>
                  </a:spcBef>
                </a:pPr>
                <a:endParaRPr lang="en-GB" sz="1600" spc="-20" noProof="0" dirty="0"/>
              </a:p>
            </p:txBody>
          </p:sp>
        </p:grpSp>
        <p:pic>
          <p:nvPicPr>
            <p:cNvPr id="2095" name="Picture 2094">
              <a:extLst>
                <a:ext uri="{FF2B5EF4-FFF2-40B4-BE49-F238E27FC236}">
                  <a16:creationId xmlns:a16="http://schemas.microsoft.com/office/drawing/2014/main" id="{AFA7D0ED-A3C2-995E-FCDB-ADEBEC8726DD}"/>
                </a:ext>
              </a:extLst>
            </p:cNvPr>
            <p:cNvPicPr>
              <a:picLocks noChangeAspect="1"/>
            </p:cNvPicPr>
            <p:nvPr/>
          </p:nvPicPr>
          <p:blipFill>
            <a:blip r:embed="rId3"/>
            <a:stretch>
              <a:fillRect/>
            </a:stretch>
          </p:blipFill>
          <p:spPr>
            <a:xfrm>
              <a:off x="7246523" y="2638030"/>
              <a:ext cx="438365" cy="431935"/>
            </a:xfrm>
            <a:prstGeom prst="rect">
              <a:avLst/>
            </a:prstGeom>
          </p:spPr>
        </p:pic>
      </p:grpSp>
      <p:sp>
        <p:nvSpPr>
          <p:cNvPr id="2144" name="TextBox 2143">
            <a:extLst>
              <a:ext uri="{FF2B5EF4-FFF2-40B4-BE49-F238E27FC236}">
                <a16:creationId xmlns:a16="http://schemas.microsoft.com/office/drawing/2014/main" id="{B1455AF1-BAA5-420E-F9A7-2CC647183D96}"/>
              </a:ext>
            </a:extLst>
          </p:cNvPr>
          <p:cNvSpPr txBox="1"/>
          <p:nvPr/>
        </p:nvSpPr>
        <p:spPr>
          <a:xfrm>
            <a:off x="3068154" y="467419"/>
            <a:ext cx="2101196" cy="248914"/>
          </a:xfrm>
          <a:prstGeom prst="rect">
            <a:avLst/>
          </a:prstGeom>
          <a:solidFill>
            <a:schemeClr val="bg1"/>
          </a:solidFill>
        </p:spPr>
        <p:txBody>
          <a:bodyPr wrap="square" lIns="0" tIns="0" rIns="0" bIns="0" rtlCol="0" anchor="ctr">
            <a:spAutoFit/>
          </a:bodyPr>
          <a:lstStyle/>
          <a:p>
            <a:pPr algn="ctr">
              <a:lnSpc>
                <a:spcPct val="107000"/>
              </a:lnSpc>
              <a:spcBef>
                <a:spcPts val="1200"/>
              </a:spcBef>
            </a:pPr>
            <a:r>
              <a:rPr lang="en-GB" sz="1600" b="1" i="1" spc="-20" noProof="0" dirty="0">
                <a:solidFill>
                  <a:schemeClr val="accent5">
                    <a:lumMod val="60000"/>
                    <a:lumOff val="40000"/>
                  </a:schemeClr>
                </a:solidFill>
                <a:effectLst>
                  <a:outerShdw blurRad="38100" dist="38100" dir="2700000" algn="tl">
                    <a:srgbClr val="000000">
                      <a:alpha val="43137"/>
                    </a:srgbClr>
                  </a:outerShdw>
                </a:effectLst>
              </a:rPr>
              <a:t>Reduced Variant 1</a:t>
            </a:r>
            <a:endParaRPr lang="en-GB" sz="1600" b="1" i="1" spc="-20" noProof="0" dirty="0">
              <a:solidFill>
                <a:schemeClr val="accent1">
                  <a:lumMod val="60000"/>
                  <a:lumOff val="40000"/>
                </a:schemeClr>
              </a:solidFill>
              <a:effectLst>
                <a:outerShdw blurRad="38100" dist="38100" dir="2700000" algn="tl">
                  <a:srgbClr val="000000">
                    <a:alpha val="43137"/>
                  </a:srgbClr>
                </a:outerShdw>
              </a:effectLst>
            </a:endParaRPr>
          </a:p>
        </p:txBody>
      </p:sp>
      <p:sp>
        <p:nvSpPr>
          <p:cNvPr id="2145" name="TextBox 2144">
            <a:extLst>
              <a:ext uri="{FF2B5EF4-FFF2-40B4-BE49-F238E27FC236}">
                <a16:creationId xmlns:a16="http://schemas.microsoft.com/office/drawing/2014/main" id="{A90E65A5-51A9-69F6-A117-5B09EAAE200A}"/>
              </a:ext>
            </a:extLst>
          </p:cNvPr>
          <p:cNvSpPr txBox="1"/>
          <p:nvPr/>
        </p:nvSpPr>
        <p:spPr>
          <a:xfrm>
            <a:off x="3068154" y="2293046"/>
            <a:ext cx="2101196" cy="248914"/>
          </a:xfrm>
          <a:prstGeom prst="rect">
            <a:avLst/>
          </a:prstGeom>
          <a:solidFill>
            <a:schemeClr val="bg1"/>
          </a:solidFill>
        </p:spPr>
        <p:txBody>
          <a:bodyPr wrap="square" lIns="0" tIns="0" rIns="0" bIns="0" rtlCol="0" anchor="ctr">
            <a:spAutoFit/>
          </a:bodyPr>
          <a:lstStyle/>
          <a:p>
            <a:pPr algn="ctr">
              <a:lnSpc>
                <a:spcPct val="107000"/>
              </a:lnSpc>
              <a:spcBef>
                <a:spcPts val="1200"/>
              </a:spcBef>
            </a:pPr>
            <a:r>
              <a:rPr lang="en-GB" sz="1600" b="1" i="1" spc="-20" noProof="0" dirty="0">
                <a:solidFill>
                  <a:schemeClr val="accent5">
                    <a:lumMod val="60000"/>
                    <a:lumOff val="40000"/>
                  </a:schemeClr>
                </a:solidFill>
                <a:effectLst>
                  <a:outerShdw blurRad="38100" dist="38100" dir="2700000" algn="tl">
                    <a:srgbClr val="000000">
                      <a:alpha val="43137"/>
                    </a:srgbClr>
                  </a:outerShdw>
                </a:effectLst>
              </a:rPr>
              <a:t>Reduced Variant 2</a:t>
            </a:r>
            <a:endParaRPr lang="en-GB" sz="1600" b="1" i="1" spc="-20" noProof="0" dirty="0">
              <a:solidFill>
                <a:schemeClr val="accent1">
                  <a:lumMod val="60000"/>
                  <a:lumOff val="40000"/>
                </a:schemeClr>
              </a:solidFill>
              <a:effectLst>
                <a:outerShdw blurRad="38100" dist="38100" dir="2700000" algn="tl">
                  <a:srgbClr val="000000">
                    <a:alpha val="43137"/>
                  </a:srgbClr>
                </a:outerShdw>
              </a:effectLst>
            </a:endParaRPr>
          </a:p>
        </p:txBody>
      </p:sp>
      <p:sp>
        <p:nvSpPr>
          <p:cNvPr id="2147" name="TextBox 2146">
            <a:extLst>
              <a:ext uri="{FF2B5EF4-FFF2-40B4-BE49-F238E27FC236}">
                <a16:creationId xmlns:a16="http://schemas.microsoft.com/office/drawing/2014/main" id="{24A94FEE-784E-6852-C41B-FFB35AE4387A}"/>
              </a:ext>
            </a:extLst>
          </p:cNvPr>
          <p:cNvSpPr txBox="1"/>
          <p:nvPr/>
        </p:nvSpPr>
        <p:spPr>
          <a:xfrm>
            <a:off x="9080618" y="2255219"/>
            <a:ext cx="2101196" cy="248914"/>
          </a:xfrm>
          <a:prstGeom prst="rect">
            <a:avLst/>
          </a:prstGeom>
          <a:solidFill>
            <a:schemeClr val="bg1"/>
          </a:solidFill>
        </p:spPr>
        <p:txBody>
          <a:bodyPr wrap="square" lIns="0" tIns="0" rIns="0" bIns="0" rtlCol="0" anchor="ctr">
            <a:spAutoFit/>
          </a:bodyPr>
          <a:lstStyle/>
          <a:p>
            <a:pPr algn="ctr">
              <a:lnSpc>
                <a:spcPct val="107000"/>
              </a:lnSpc>
              <a:spcBef>
                <a:spcPts val="1200"/>
              </a:spcBef>
            </a:pPr>
            <a:r>
              <a:rPr lang="en-GB" sz="1600" b="1" i="1" spc="-20" noProof="0" dirty="0">
                <a:solidFill>
                  <a:schemeClr val="accent5">
                    <a:lumMod val="60000"/>
                    <a:lumOff val="40000"/>
                  </a:schemeClr>
                </a:solidFill>
                <a:effectLst>
                  <a:outerShdw blurRad="38100" dist="38100" dir="2700000" algn="tl">
                    <a:srgbClr val="000000">
                      <a:alpha val="43137"/>
                    </a:srgbClr>
                  </a:outerShdw>
                </a:effectLst>
              </a:rPr>
              <a:t>Reduced Variant </a:t>
            </a:r>
            <a:r>
              <a:rPr lang="en-GB" sz="1600" b="1" i="1" spc="-20" dirty="0">
                <a:solidFill>
                  <a:schemeClr val="accent5">
                    <a:lumMod val="60000"/>
                    <a:lumOff val="40000"/>
                  </a:schemeClr>
                </a:solidFill>
                <a:effectLst>
                  <a:outerShdw blurRad="38100" dist="38100" dir="2700000" algn="tl">
                    <a:srgbClr val="000000">
                      <a:alpha val="43137"/>
                    </a:srgbClr>
                  </a:outerShdw>
                </a:effectLst>
              </a:rPr>
              <a:t>4</a:t>
            </a:r>
            <a:endParaRPr lang="en-GB" sz="1600" b="1" i="1" spc="-20" noProof="0" dirty="0">
              <a:solidFill>
                <a:schemeClr val="accent1">
                  <a:lumMod val="60000"/>
                  <a:lumOff val="40000"/>
                </a:schemeClr>
              </a:solidFill>
              <a:effectLst>
                <a:outerShdw blurRad="38100" dist="38100" dir="2700000" algn="tl">
                  <a:srgbClr val="000000">
                    <a:alpha val="43137"/>
                  </a:srgbClr>
                </a:outerShdw>
              </a:effectLst>
            </a:endParaRPr>
          </a:p>
        </p:txBody>
      </p:sp>
      <p:sp>
        <p:nvSpPr>
          <p:cNvPr id="2163" name="Rectangle: Rounded Corners 2162">
            <a:extLst>
              <a:ext uri="{FF2B5EF4-FFF2-40B4-BE49-F238E27FC236}">
                <a16:creationId xmlns:a16="http://schemas.microsoft.com/office/drawing/2014/main" id="{DCBB60A6-DF02-4F3E-AD75-E6CAA931326F}"/>
              </a:ext>
            </a:extLst>
          </p:cNvPr>
          <p:cNvSpPr/>
          <p:nvPr/>
        </p:nvSpPr>
        <p:spPr>
          <a:xfrm>
            <a:off x="274533" y="4442702"/>
            <a:ext cx="1576408" cy="1413322"/>
          </a:xfrm>
          <a:prstGeom prst="roundRect">
            <a:avLst>
              <a:gd name="adj" fmla="val 3464"/>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lstStyle/>
          <a:p>
            <a:pPr algn="ctr">
              <a:lnSpc>
                <a:spcPct val="107000"/>
              </a:lnSpc>
              <a:spcBef>
                <a:spcPts val="1200"/>
              </a:spcBef>
            </a:pPr>
            <a:r>
              <a:rPr lang="en-GB" sz="1400" spc="-20" dirty="0"/>
              <a:t>1</a:t>
            </a:r>
            <a:r>
              <a:rPr lang="en-GB" sz="1400" spc="-20" noProof="0" dirty="0"/>
              <a:t> pump – 1 USE</a:t>
            </a:r>
          </a:p>
        </p:txBody>
      </p:sp>
      <p:sp>
        <p:nvSpPr>
          <p:cNvPr id="2164" name="TextBox 2163">
            <a:extLst>
              <a:ext uri="{FF2B5EF4-FFF2-40B4-BE49-F238E27FC236}">
                <a16:creationId xmlns:a16="http://schemas.microsoft.com/office/drawing/2014/main" id="{627E1E2A-E5E8-B972-55C8-A498A576804C}"/>
              </a:ext>
            </a:extLst>
          </p:cNvPr>
          <p:cNvSpPr txBox="1"/>
          <p:nvPr/>
        </p:nvSpPr>
        <p:spPr>
          <a:xfrm>
            <a:off x="2120164" y="4299005"/>
            <a:ext cx="3917985" cy="1553854"/>
          </a:xfrm>
          <a:prstGeom prst="rect">
            <a:avLst/>
          </a:prstGeom>
          <a:noFill/>
          <a:ln>
            <a:solidFill>
              <a:srgbClr val="009E2D"/>
            </a:solidFill>
          </a:ln>
        </p:spPr>
        <p:txBody>
          <a:bodyPr wrap="square" lIns="72000" tIns="36000" rIns="36000" bIns="36000" rtlCol="0" anchor="ctr">
            <a:noAutofit/>
          </a:bodyPr>
          <a:lstStyle/>
          <a:p>
            <a:pPr algn="l"/>
            <a:r>
              <a:rPr lang="en-GB" sz="1400" spc="-20" noProof="0" dirty="0"/>
              <a:t>Modes:  “</a:t>
            </a:r>
            <a:r>
              <a:rPr lang="en-GB" sz="1400" b="1" spc="-20" noProof="0" dirty="0">
                <a:effectLst>
                  <a:outerShdw blurRad="38100" dist="38100" dir="2700000" algn="tl">
                    <a:srgbClr val="000000">
                      <a:alpha val="43137"/>
                    </a:srgbClr>
                  </a:outerShdw>
                </a:effectLst>
              </a:rPr>
              <a:t>Multi-point Lubricator – PLC control</a:t>
            </a:r>
            <a:r>
              <a:rPr lang="en-GB" sz="1400" spc="-20" noProof="0" dirty="0"/>
              <a:t>”</a:t>
            </a:r>
          </a:p>
          <a:p>
            <a:pPr marL="174625" indent="-174625">
              <a:buFont typeface="Arial" panose="020B0604020202020204" pitchFamily="34" charset="0"/>
              <a:buChar char="•"/>
            </a:pPr>
            <a:r>
              <a:rPr lang="en-GB" sz="1400" b="1" spc="-20" dirty="0">
                <a:effectLst>
                  <a:outerShdw blurRad="38100" dist="38100" dir="2700000" algn="tl">
                    <a:srgbClr val="000000">
                      <a:alpha val="43137"/>
                    </a:srgbClr>
                  </a:outerShdw>
                </a:effectLst>
              </a:rPr>
              <a:t>Lubrication Cycle:</a:t>
            </a:r>
            <a:r>
              <a:rPr lang="en-GB" sz="1400" spc="-20" dirty="0"/>
              <a:t> defined at machine PLC*</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Run time</a:t>
            </a:r>
            <a:r>
              <a:rPr lang="en-GB" sz="1400" spc="-20" dirty="0"/>
              <a:t>: 6 pump strokes (fixed)</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Pressure release</a:t>
            </a:r>
            <a:r>
              <a:rPr lang="en-GB" sz="1400" spc="-20" dirty="0"/>
              <a:t>: NEEDED</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Pause time</a:t>
            </a:r>
            <a:r>
              <a:rPr lang="en-GB" sz="1400" spc="-20" dirty="0"/>
              <a:t>: up to 100 hours (min 1 hour)</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Lubrication cycle memory at BEE</a:t>
            </a:r>
            <a:r>
              <a:rPr lang="en-GB" sz="1400" spc="-20" dirty="0"/>
              <a:t>: NO</a:t>
            </a:r>
          </a:p>
        </p:txBody>
      </p:sp>
      <p:grpSp>
        <p:nvGrpSpPr>
          <p:cNvPr id="2165" name="Group 2164">
            <a:extLst>
              <a:ext uri="{FF2B5EF4-FFF2-40B4-BE49-F238E27FC236}">
                <a16:creationId xmlns:a16="http://schemas.microsoft.com/office/drawing/2014/main" id="{145ABFFE-D836-6D03-BD2C-1F6802833F2C}"/>
              </a:ext>
            </a:extLst>
          </p:cNvPr>
          <p:cNvGrpSpPr/>
          <p:nvPr/>
        </p:nvGrpSpPr>
        <p:grpSpPr>
          <a:xfrm>
            <a:off x="329302" y="4492330"/>
            <a:ext cx="1478094" cy="1120000"/>
            <a:chOff x="5135042" y="4646067"/>
            <a:chExt cx="1478094" cy="1120000"/>
          </a:xfrm>
        </p:grpSpPr>
        <p:sp>
          <p:nvSpPr>
            <p:cNvPr id="2166" name="Rectangle: Rounded Corners 2165">
              <a:extLst>
                <a:ext uri="{FF2B5EF4-FFF2-40B4-BE49-F238E27FC236}">
                  <a16:creationId xmlns:a16="http://schemas.microsoft.com/office/drawing/2014/main" id="{35A7500B-AFB3-155C-FAE7-A64065B1F36D}"/>
                </a:ext>
              </a:extLst>
            </p:cNvPr>
            <p:cNvSpPr/>
            <p:nvPr/>
          </p:nvSpPr>
          <p:spPr>
            <a:xfrm>
              <a:off x="5135042" y="4646067"/>
              <a:ext cx="1478094" cy="1120000"/>
            </a:xfrm>
            <a:prstGeom prst="roundRect">
              <a:avLst>
                <a:gd name="adj" fmla="val 567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GB" sz="1200" b="1" i="1" noProof="0" dirty="0">
                  <a:solidFill>
                    <a:schemeClr val="accent1"/>
                  </a:solidFill>
                </a:rPr>
                <a:t>Multi-point Lubricator (2 to 6)</a:t>
              </a:r>
            </a:p>
          </p:txBody>
        </p:sp>
        <p:pic>
          <p:nvPicPr>
            <p:cNvPr id="2167" name="Picture 2166">
              <a:extLst>
                <a:ext uri="{FF2B5EF4-FFF2-40B4-BE49-F238E27FC236}">
                  <a16:creationId xmlns:a16="http://schemas.microsoft.com/office/drawing/2014/main" id="{3348EB18-60B8-3200-1CD4-C91717F9D159}"/>
                </a:ext>
              </a:extLst>
            </p:cNvPr>
            <p:cNvPicPr>
              <a:picLocks noChangeAspect="1"/>
            </p:cNvPicPr>
            <p:nvPr/>
          </p:nvPicPr>
          <p:blipFill>
            <a:blip r:embed="rId3"/>
            <a:stretch>
              <a:fillRect/>
            </a:stretch>
          </p:blipFill>
          <p:spPr>
            <a:xfrm>
              <a:off x="5972686" y="5049116"/>
              <a:ext cx="466883" cy="460700"/>
            </a:xfrm>
            <a:prstGeom prst="rect">
              <a:avLst/>
            </a:prstGeom>
          </p:spPr>
        </p:pic>
        <p:cxnSp>
          <p:nvCxnSpPr>
            <p:cNvPr id="2168" name="Connector: Elbow 2167">
              <a:extLst>
                <a:ext uri="{FF2B5EF4-FFF2-40B4-BE49-F238E27FC236}">
                  <a16:creationId xmlns:a16="http://schemas.microsoft.com/office/drawing/2014/main" id="{1FFDEDE4-627C-FC08-5022-AF32EFC4CE82}"/>
                </a:ext>
              </a:extLst>
            </p:cNvPr>
            <p:cNvCxnSpPr>
              <a:cxnSpLocks/>
              <a:stCxn id="2172" idx="3"/>
            </p:cNvCxnSpPr>
            <p:nvPr/>
          </p:nvCxnSpPr>
          <p:spPr>
            <a:xfrm flipV="1">
              <a:off x="5413893" y="5407003"/>
              <a:ext cx="653124" cy="243170"/>
            </a:xfrm>
            <a:prstGeom prst="bentConnector3">
              <a:avLst>
                <a:gd name="adj1" fmla="val 57656"/>
              </a:avLst>
            </a:prstGeom>
            <a:ln w="19050">
              <a:solidFill>
                <a:srgbClr val="F86516"/>
              </a:solidFill>
            </a:ln>
          </p:spPr>
          <p:style>
            <a:lnRef idx="1">
              <a:schemeClr val="accent5"/>
            </a:lnRef>
            <a:fillRef idx="0">
              <a:schemeClr val="accent5"/>
            </a:fillRef>
            <a:effectRef idx="0">
              <a:schemeClr val="accent5"/>
            </a:effectRef>
            <a:fontRef idx="minor">
              <a:schemeClr val="tx1"/>
            </a:fontRef>
          </p:style>
        </p:cxnSp>
        <p:cxnSp>
          <p:nvCxnSpPr>
            <p:cNvPr id="2169" name="Connector: Elbow 2168">
              <a:extLst>
                <a:ext uri="{FF2B5EF4-FFF2-40B4-BE49-F238E27FC236}">
                  <a16:creationId xmlns:a16="http://schemas.microsoft.com/office/drawing/2014/main" id="{5337E48D-60FF-E4D1-4079-EF93CB145A35}"/>
                </a:ext>
              </a:extLst>
            </p:cNvPr>
            <p:cNvCxnSpPr>
              <a:cxnSpLocks/>
              <a:stCxn id="2171" idx="3"/>
            </p:cNvCxnSpPr>
            <p:nvPr/>
          </p:nvCxnSpPr>
          <p:spPr>
            <a:xfrm flipV="1">
              <a:off x="5407325" y="5353631"/>
              <a:ext cx="674975" cy="121607"/>
            </a:xfrm>
            <a:prstGeom prst="bentConnector3">
              <a:avLst>
                <a:gd name="adj1" fmla="val 50000"/>
              </a:avLst>
            </a:prstGeom>
            <a:ln w="19050">
              <a:solidFill>
                <a:srgbClr val="F86516"/>
              </a:solidFill>
            </a:ln>
          </p:spPr>
          <p:style>
            <a:lnRef idx="1">
              <a:schemeClr val="accent5"/>
            </a:lnRef>
            <a:fillRef idx="0">
              <a:schemeClr val="accent5"/>
            </a:fillRef>
            <a:effectRef idx="0">
              <a:schemeClr val="accent5"/>
            </a:effectRef>
            <a:fontRef idx="minor">
              <a:schemeClr val="tx1"/>
            </a:fontRef>
          </p:style>
        </p:cxnSp>
        <p:cxnSp>
          <p:nvCxnSpPr>
            <p:cNvPr id="2170" name="Connector: Elbow 2169">
              <a:extLst>
                <a:ext uri="{FF2B5EF4-FFF2-40B4-BE49-F238E27FC236}">
                  <a16:creationId xmlns:a16="http://schemas.microsoft.com/office/drawing/2014/main" id="{D6142D41-4D98-5CA5-FF5C-5D43FB3D0F61}"/>
                </a:ext>
              </a:extLst>
            </p:cNvPr>
            <p:cNvCxnSpPr>
              <a:cxnSpLocks/>
            </p:cNvCxnSpPr>
            <p:nvPr/>
          </p:nvCxnSpPr>
          <p:spPr>
            <a:xfrm flipV="1">
              <a:off x="5422711" y="5312530"/>
              <a:ext cx="565361" cy="18358"/>
            </a:xfrm>
            <a:prstGeom prst="bentConnector3">
              <a:avLst>
                <a:gd name="adj1" fmla="val 50000"/>
              </a:avLst>
            </a:prstGeom>
            <a:ln w="19050">
              <a:solidFill>
                <a:srgbClr val="F86516"/>
              </a:solidFill>
            </a:ln>
          </p:spPr>
          <p:style>
            <a:lnRef idx="1">
              <a:schemeClr val="accent5"/>
            </a:lnRef>
            <a:fillRef idx="0">
              <a:schemeClr val="accent5"/>
            </a:fillRef>
            <a:effectRef idx="0">
              <a:schemeClr val="accent5"/>
            </a:effectRef>
            <a:fontRef idx="minor">
              <a:schemeClr val="tx1"/>
            </a:fontRef>
          </p:style>
        </p:cxnSp>
        <p:pic>
          <p:nvPicPr>
            <p:cNvPr id="2171" name="Grafik 21">
              <a:extLst>
                <a:ext uri="{FF2B5EF4-FFF2-40B4-BE49-F238E27FC236}">
                  <a16:creationId xmlns:a16="http://schemas.microsoft.com/office/drawing/2014/main" id="{472D0CD2-7625-077E-0B9E-43978307621D}"/>
                </a:ext>
              </a:extLst>
            </p:cNvPr>
            <p:cNvPicPr>
              <a:picLocks noChangeAspect="1"/>
            </p:cNvPicPr>
            <p:nvPr/>
          </p:nvPicPr>
          <p:blipFill>
            <a:blip r:embed="rId2"/>
            <a:srcRect l="6730" t="13931" r="10044" b="12746"/>
            <a:stretch>
              <a:fillRect/>
            </a:stretch>
          </p:blipFill>
          <p:spPr>
            <a:xfrm>
              <a:off x="5219771" y="5393523"/>
              <a:ext cx="187554" cy="163429"/>
            </a:xfrm>
            <a:prstGeom prst="rect">
              <a:avLst/>
            </a:prstGeom>
          </p:spPr>
        </p:pic>
        <p:pic>
          <p:nvPicPr>
            <p:cNvPr id="2172" name="Grafik 21">
              <a:extLst>
                <a:ext uri="{FF2B5EF4-FFF2-40B4-BE49-F238E27FC236}">
                  <a16:creationId xmlns:a16="http://schemas.microsoft.com/office/drawing/2014/main" id="{F71BCAA5-B1AA-65A0-FA65-D5B6AC87EB51}"/>
                </a:ext>
              </a:extLst>
            </p:cNvPr>
            <p:cNvPicPr>
              <a:picLocks noChangeAspect="1"/>
            </p:cNvPicPr>
            <p:nvPr/>
          </p:nvPicPr>
          <p:blipFill>
            <a:blip r:embed="rId2"/>
            <a:srcRect l="6730" t="13931" r="10044" b="12746"/>
            <a:stretch>
              <a:fillRect/>
            </a:stretch>
          </p:blipFill>
          <p:spPr>
            <a:xfrm>
              <a:off x="5226339" y="5568458"/>
              <a:ext cx="187554" cy="163429"/>
            </a:xfrm>
            <a:prstGeom prst="rect">
              <a:avLst/>
            </a:prstGeom>
          </p:spPr>
        </p:pic>
        <p:pic>
          <p:nvPicPr>
            <p:cNvPr id="2173" name="Grafik 21">
              <a:extLst>
                <a:ext uri="{FF2B5EF4-FFF2-40B4-BE49-F238E27FC236}">
                  <a16:creationId xmlns:a16="http://schemas.microsoft.com/office/drawing/2014/main" id="{9923D187-9542-B7EA-9E49-021E387841C1}"/>
                </a:ext>
              </a:extLst>
            </p:cNvPr>
            <p:cNvPicPr>
              <a:picLocks noChangeAspect="1"/>
            </p:cNvPicPr>
            <p:nvPr/>
          </p:nvPicPr>
          <p:blipFill>
            <a:blip r:embed="rId2"/>
            <a:srcRect l="6730" t="13931" r="10044" b="12746"/>
            <a:stretch>
              <a:fillRect/>
            </a:stretch>
          </p:blipFill>
          <p:spPr>
            <a:xfrm>
              <a:off x="5219771" y="5216109"/>
              <a:ext cx="187554" cy="163429"/>
            </a:xfrm>
            <a:prstGeom prst="rect">
              <a:avLst/>
            </a:prstGeom>
          </p:spPr>
        </p:pic>
        <p:pic>
          <p:nvPicPr>
            <p:cNvPr id="2174" name="Grafik 21">
              <a:extLst>
                <a:ext uri="{FF2B5EF4-FFF2-40B4-BE49-F238E27FC236}">
                  <a16:creationId xmlns:a16="http://schemas.microsoft.com/office/drawing/2014/main" id="{85DFE245-8725-26A5-09EF-1B7788B49174}"/>
                </a:ext>
              </a:extLst>
            </p:cNvPr>
            <p:cNvPicPr>
              <a:picLocks noChangeAspect="1"/>
            </p:cNvPicPr>
            <p:nvPr/>
          </p:nvPicPr>
          <p:blipFill>
            <a:blip r:embed="rId2"/>
            <a:srcRect l="6730" t="13931" r="10044" b="12746"/>
            <a:stretch>
              <a:fillRect/>
            </a:stretch>
          </p:blipFill>
          <p:spPr>
            <a:xfrm>
              <a:off x="5214788" y="5028486"/>
              <a:ext cx="187554" cy="163429"/>
            </a:xfrm>
            <a:prstGeom prst="rect">
              <a:avLst/>
            </a:prstGeom>
          </p:spPr>
        </p:pic>
      </p:grpSp>
      <p:sp>
        <p:nvSpPr>
          <p:cNvPr id="2175" name="TextBox 2174">
            <a:extLst>
              <a:ext uri="{FF2B5EF4-FFF2-40B4-BE49-F238E27FC236}">
                <a16:creationId xmlns:a16="http://schemas.microsoft.com/office/drawing/2014/main" id="{86A1E196-9CA6-9522-073A-DA949F024E4C}"/>
              </a:ext>
            </a:extLst>
          </p:cNvPr>
          <p:cNvSpPr txBox="1"/>
          <p:nvPr/>
        </p:nvSpPr>
        <p:spPr>
          <a:xfrm>
            <a:off x="3068154" y="4154857"/>
            <a:ext cx="2101196" cy="248914"/>
          </a:xfrm>
          <a:prstGeom prst="rect">
            <a:avLst/>
          </a:prstGeom>
          <a:solidFill>
            <a:schemeClr val="bg1"/>
          </a:solidFill>
        </p:spPr>
        <p:txBody>
          <a:bodyPr wrap="square" lIns="0" tIns="0" rIns="0" bIns="0" rtlCol="0" anchor="ctr">
            <a:spAutoFit/>
          </a:bodyPr>
          <a:lstStyle/>
          <a:p>
            <a:pPr algn="ctr">
              <a:lnSpc>
                <a:spcPct val="107000"/>
              </a:lnSpc>
              <a:spcBef>
                <a:spcPts val="1200"/>
              </a:spcBef>
            </a:pPr>
            <a:r>
              <a:rPr lang="en-GB" sz="1600" b="1" i="1" spc="-20" noProof="0" dirty="0">
                <a:solidFill>
                  <a:schemeClr val="accent5">
                    <a:lumMod val="60000"/>
                    <a:lumOff val="40000"/>
                  </a:schemeClr>
                </a:solidFill>
                <a:effectLst>
                  <a:outerShdw blurRad="38100" dist="38100" dir="2700000" algn="tl">
                    <a:srgbClr val="000000">
                      <a:alpha val="43137"/>
                    </a:srgbClr>
                  </a:outerShdw>
                </a:effectLst>
              </a:rPr>
              <a:t>Reduced Variant 3</a:t>
            </a:r>
            <a:endParaRPr lang="en-GB" sz="1600" b="1" i="1" spc="-20" noProof="0" dirty="0">
              <a:solidFill>
                <a:schemeClr val="accent1">
                  <a:lumMod val="60000"/>
                  <a:lumOff val="40000"/>
                </a:schemeClr>
              </a:solidFill>
              <a:effectLst>
                <a:outerShdw blurRad="38100" dist="38100" dir="2700000" algn="tl">
                  <a:srgbClr val="000000">
                    <a:alpha val="43137"/>
                  </a:srgbClr>
                </a:outerShdw>
              </a:effectLst>
            </a:endParaRPr>
          </a:p>
        </p:txBody>
      </p:sp>
      <p:sp>
        <p:nvSpPr>
          <p:cNvPr id="2176" name="Rectangle: Rounded Corners 2175">
            <a:extLst>
              <a:ext uri="{FF2B5EF4-FFF2-40B4-BE49-F238E27FC236}">
                <a16:creationId xmlns:a16="http://schemas.microsoft.com/office/drawing/2014/main" id="{3819626A-5EA2-9CE3-8288-01589CAA04CD}"/>
              </a:ext>
            </a:extLst>
          </p:cNvPr>
          <p:cNvSpPr/>
          <p:nvPr/>
        </p:nvSpPr>
        <p:spPr>
          <a:xfrm>
            <a:off x="6313383" y="4459520"/>
            <a:ext cx="1576408" cy="1413322"/>
          </a:xfrm>
          <a:prstGeom prst="roundRect">
            <a:avLst>
              <a:gd name="adj" fmla="val 3464"/>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lstStyle/>
          <a:p>
            <a:pPr algn="ctr">
              <a:lnSpc>
                <a:spcPct val="107000"/>
              </a:lnSpc>
              <a:spcBef>
                <a:spcPts val="1200"/>
              </a:spcBef>
            </a:pPr>
            <a:r>
              <a:rPr lang="en-GB" sz="1400" spc="-20" dirty="0"/>
              <a:t>1</a:t>
            </a:r>
            <a:r>
              <a:rPr lang="en-GB" sz="1400" spc="-20" noProof="0" dirty="0"/>
              <a:t> pump – 1 USE</a:t>
            </a:r>
          </a:p>
        </p:txBody>
      </p:sp>
      <p:sp>
        <p:nvSpPr>
          <p:cNvPr id="2177" name="TextBox 2176">
            <a:extLst>
              <a:ext uri="{FF2B5EF4-FFF2-40B4-BE49-F238E27FC236}">
                <a16:creationId xmlns:a16="http://schemas.microsoft.com/office/drawing/2014/main" id="{5067F9C3-23AD-88A5-CD23-7A6E54C0BA56}"/>
              </a:ext>
            </a:extLst>
          </p:cNvPr>
          <p:cNvSpPr txBox="1"/>
          <p:nvPr/>
        </p:nvSpPr>
        <p:spPr>
          <a:xfrm>
            <a:off x="8161358" y="4464860"/>
            <a:ext cx="3917985" cy="1403484"/>
          </a:xfrm>
          <a:prstGeom prst="rect">
            <a:avLst/>
          </a:prstGeom>
          <a:noFill/>
          <a:ln>
            <a:solidFill>
              <a:srgbClr val="009E2D"/>
            </a:solidFill>
          </a:ln>
        </p:spPr>
        <p:txBody>
          <a:bodyPr wrap="square" lIns="72000" tIns="36000" rIns="36000" bIns="36000" rtlCol="0" anchor="ctr">
            <a:noAutofit/>
          </a:bodyPr>
          <a:lstStyle/>
          <a:p>
            <a:pPr algn="l"/>
            <a:r>
              <a:rPr lang="en-GB" sz="1400" spc="-20" noProof="0" dirty="0"/>
              <a:t>Modes: “</a:t>
            </a:r>
            <a:r>
              <a:rPr lang="en-GB" sz="1400" b="1" spc="-20" noProof="0" dirty="0">
                <a:effectLst>
                  <a:outerShdw blurRad="38100" dist="38100" dir="2700000" algn="tl">
                    <a:srgbClr val="000000">
                      <a:alpha val="43137"/>
                    </a:srgbClr>
                  </a:outerShdw>
                </a:effectLst>
              </a:rPr>
              <a:t>Progressive pump – PLC control</a:t>
            </a:r>
            <a:r>
              <a:rPr lang="en-GB" sz="1400" spc="-20" noProof="0" dirty="0"/>
              <a:t>”</a:t>
            </a:r>
          </a:p>
          <a:p>
            <a:pPr marL="174625" indent="-174625">
              <a:buFont typeface="Arial" panose="020B0604020202020204" pitchFamily="34" charset="0"/>
              <a:buChar char="•"/>
            </a:pPr>
            <a:r>
              <a:rPr lang="en-GB" sz="1400" b="1" spc="-20" dirty="0">
                <a:effectLst>
                  <a:outerShdw blurRad="38100" dist="38100" dir="2700000" algn="tl">
                    <a:srgbClr val="000000">
                      <a:alpha val="43137"/>
                    </a:srgbClr>
                  </a:outerShdw>
                </a:effectLst>
              </a:rPr>
              <a:t>Lubrication Cycle:</a:t>
            </a:r>
            <a:r>
              <a:rPr lang="en-GB" sz="1400" spc="-20" dirty="0"/>
              <a:t> defined at machine PLC*</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Run time</a:t>
            </a:r>
            <a:r>
              <a:rPr lang="en-GB" sz="1400" spc="-20" dirty="0"/>
              <a:t>: 1 -15 pump strokes</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Pressure release</a:t>
            </a:r>
            <a:r>
              <a:rPr lang="en-GB" sz="1400" spc="-20" dirty="0"/>
              <a:t>: not needed</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Pause time</a:t>
            </a:r>
            <a:r>
              <a:rPr lang="en-GB" sz="1400" spc="-20" dirty="0"/>
              <a:t>: up to 100 hours (min 1 hour)</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Lubrication cycle memory at BEE</a:t>
            </a:r>
            <a:r>
              <a:rPr lang="en-GB" sz="1400" spc="-20" dirty="0"/>
              <a:t>: NO</a:t>
            </a:r>
          </a:p>
        </p:txBody>
      </p:sp>
      <p:grpSp>
        <p:nvGrpSpPr>
          <p:cNvPr id="2178" name="Group 2177">
            <a:extLst>
              <a:ext uri="{FF2B5EF4-FFF2-40B4-BE49-F238E27FC236}">
                <a16:creationId xmlns:a16="http://schemas.microsoft.com/office/drawing/2014/main" id="{5FAAFE1A-2585-3735-5B3E-A80785D9909C}"/>
              </a:ext>
            </a:extLst>
          </p:cNvPr>
          <p:cNvGrpSpPr/>
          <p:nvPr/>
        </p:nvGrpSpPr>
        <p:grpSpPr>
          <a:xfrm>
            <a:off x="6362540" y="4496736"/>
            <a:ext cx="1478094" cy="1120000"/>
            <a:chOff x="6404710" y="2181283"/>
            <a:chExt cx="1478094" cy="1120000"/>
          </a:xfrm>
        </p:grpSpPr>
        <p:sp>
          <p:nvSpPr>
            <p:cNvPr id="2179" name="Rectangle: Rounded Corners 2178">
              <a:extLst>
                <a:ext uri="{FF2B5EF4-FFF2-40B4-BE49-F238E27FC236}">
                  <a16:creationId xmlns:a16="http://schemas.microsoft.com/office/drawing/2014/main" id="{3CFA25C3-85F3-324D-CDFC-9A80D0F7277E}"/>
                </a:ext>
              </a:extLst>
            </p:cNvPr>
            <p:cNvSpPr/>
            <p:nvPr/>
          </p:nvSpPr>
          <p:spPr>
            <a:xfrm>
              <a:off x="6404710" y="2181283"/>
              <a:ext cx="1478094" cy="1120000"/>
            </a:xfrm>
            <a:prstGeom prst="roundRect">
              <a:avLst>
                <a:gd name="adj" fmla="val 567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GB" sz="1200" b="1" i="1" noProof="0" dirty="0">
                  <a:solidFill>
                    <a:schemeClr val="accent1"/>
                  </a:solidFill>
                </a:rPr>
                <a:t>Progressive System</a:t>
              </a:r>
            </a:p>
          </p:txBody>
        </p:sp>
        <p:grpSp>
          <p:nvGrpSpPr>
            <p:cNvPr id="2180" name="Group 2179">
              <a:extLst>
                <a:ext uri="{FF2B5EF4-FFF2-40B4-BE49-F238E27FC236}">
                  <a16:creationId xmlns:a16="http://schemas.microsoft.com/office/drawing/2014/main" id="{95A00A15-3163-2BE3-3A9E-D67F9E1B090F}"/>
                </a:ext>
              </a:extLst>
            </p:cNvPr>
            <p:cNvGrpSpPr/>
            <p:nvPr/>
          </p:nvGrpSpPr>
          <p:grpSpPr>
            <a:xfrm rot="5400000">
              <a:off x="6507089" y="2387321"/>
              <a:ext cx="813032" cy="976281"/>
              <a:chOff x="10522317" y="2493251"/>
              <a:chExt cx="2127764" cy="1336989"/>
            </a:xfrm>
          </p:grpSpPr>
          <p:pic>
            <p:nvPicPr>
              <p:cNvPr id="2182" name="Picture 2181">
                <a:extLst>
                  <a:ext uri="{FF2B5EF4-FFF2-40B4-BE49-F238E27FC236}">
                    <a16:creationId xmlns:a16="http://schemas.microsoft.com/office/drawing/2014/main" id="{5ABF1B4B-5B74-B704-BDF0-98C6F0FDEBD2}"/>
                  </a:ext>
                </a:extLst>
              </p:cNvPr>
              <p:cNvPicPr>
                <a:picLocks noChangeAspect="1"/>
              </p:cNvPicPr>
              <p:nvPr/>
            </p:nvPicPr>
            <p:blipFill>
              <a:blip r:embed="rId4"/>
              <a:srcRect r="70473" b="50554"/>
              <a:stretch>
                <a:fillRect/>
              </a:stretch>
            </p:blipFill>
            <p:spPr>
              <a:xfrm flipV="1">
                <a:off x="10522317" y="2564975"/>
                <a:ext cx="2078554" cy="1265265"/>
              </a:xfrm>
              <a:prstGeom prst="rect">
                <a:avLst/>
              </a:prstGeom>
            </p:spPr>
          </p:pic>
          <p:sp>
            <p:nvSpPr>
              <p:cNvPr id="2183" name="Rectangle 2182">
                <a:extLst>
                  <a:ext uri="{FF2B5EF4-FFF2-40B4-BE49-F238E27FC236}">
                    <a16:creationId xmlns:a16="http://schemas.microsoft.com/office/drawing/2014/main" id="{31204B29-1322-C1A6-FC4D-9828D987BB97}"/>
                  </a:ext>
                </a:extLst>
              </p:cNvPr>
              <p:cNvSpPr/>
              <p:nvPr/>
            </p:nvSpPr>
            <p:spPr>
              <a:xfrm>
                <a:off x="11598869" y="2493251"/>
                <a:ext cx="1051212" cy="5667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7000"/>
                  </a:lnSpc>
                  <a:spcBef>
                    <a:spcPts val="1200"/>
                  </a:spcBef>
                </a:pPr>
                <a:endParaRPr lang="en-GB" sz="1600" spc="-20" noProof="0" dirty="0"/>
              </a:p>
            </p:txBody>
          </p:sp>
        </p:grpSp>
        <p:pic>
          <p:nvPicPr>
            <p:cNvPr id="2181" name="Picture 2180">
              <a:extLst>
                <a:ext uri="{FF2B5EF4-FFF2-40B4-BE49-F238E27FC236}">
                  <a16:creationId xmlns:a16="http://schemas.microsoft.com/office/drawing/2014/main" id="{92D0E605-A12B-DE4A-B30B-B04F755E05F0}"/>
                </a:ext>
              </a:extLst>
            </p:cNvPr>
            <p:cNvPicPr>
              <a:picLocks noChangeAspect="1"/>
            </p:cNvPicPr>
            <p:nvPr/>
          </p:nvPicPr>
          <p:blipFill>
            <a:blip r:embed="rId3"/>
            <a:stretch>
              <a:fillRect/>
            </a:stretch>
          </p:blipFill>
          <p:spPr>
            <a:xfrm>
              <a:off x="7246523" y="2638030"/>
              <a:ext cx="438365" cy="431935"/>
            </a:xfrm>
            <a:prstGeom prst="rect">
              <a:avLst/>
            </a:prstGeom>
          </p:spPr>
        </p:pic>
      </p:grpSp>
      <p:sp>
        <p:nvSpPr>
          <p:cNvPr id="2184" name="TextBox 2183">
            <a:extLst>
              <a:ext uri="{FF2B5EF4-FFF2-40B4-BE49-F238E27FC236}">
                <a16:creationId xmlns:a16="http://schemas.microsoft.com/office/drawing/2014/main" id="{88D391AD-D4D2-A3F8-C7EC-68CE98524765}"/>
              </a:ext>
            </a:extLst>
          </p:cNvPr>
          <p:cNvSpPr txBox="1"/>
          <p:nvPr/>
        </p:nvSpPr>
        <p:spPr>
          <a:xfrm>
            <a:off x="9080618" y="4146538"/>
            <a:ext cx="2101196" cy="248914"/>
          </a:xfrm>
          <a:prstGeom prst="rect">
            <a:avLst/>
          </a:prstGeom>
          <a:solidFill>
            <a:schemeClr val="bg1"/>
          </a:solidFill>
        </p:spPr>
        <p:txBody>
          <a:bodyPr wrap="square" lIns="0" tIns="0" rIns="0" bIns="0" rtlCol="0" anchor="ctr">
            <a:spAutoFit/>
          </a:bodyPr>
          <a:lstStyle/>
          <a:p>
            <a:pPr algn="ctr">
              <a:lnSpc>
                <a:spcPct val="107000"/>
              </a:lnSpc>
              <a:spcBef>
                <a:spcPts val="1200"/>
              </a:spcBef>
            </a:pPr>
            <a:r>
              <a:rPr lang="en-GB" sz="1600" b="1" i="1" spc="-20" noProof="0" dirty="0">
                <a:solidFill>
                  <a:schemeClr val="accent5">
                    <a:lumMod val="60000"/>
                    <a:lumOff val="40000"/>
                  </a:schemeClr>
                </a:solidFill>
                <a:effectLst>
                  <a:outerShdw blurRad="38100" dist="38100" dir="2700000" algn="tl">
                    <a:srgbClr val="000000">
                      <a:alpha val="43137"/>
                    </a:srgbClr>
                  </a:outerShdw>
                </a:effectLst>
              </a:rPr>
              <a:t>Reduced Variant </a:t>
            </a:r>
            <a:r>
              <a:rPr lang="en-GB" sz="1600" b="1" i="1" spc="-20" dirty="0">
                <a:solidFill>
                  <a:schemeClr val="accent5">
                    <a:lumMod val="60000"/>
                    <a:lumOff val="40000"/>
                  </a:schemeClr>
                </a:solidFill>
                <a:effectLst>
                  <a:outerShdw blurRad="38100" dist="38100" dir="2700000" algn="tl">
                    <a:srgbClr val="000000">
                      <a:alpha val="43137"/>
                    </a:srgbClr>
                  </a:outerShdw>
                </a:effectLst>
              </a:rPr>
              <a:t>5</a:t>
            </a:r>
            <a:endParaRPr lang="en-GB" sz="1600" b="1" i="1" spc="-20" noProof="0" dirty="0">
              <a:solidFill>
                <a:schemeClr val="accent1">
                  <a:lumMod val="60000"/>
                  <a:lumOff val="40000"/>
                </a:schemeClr>
              </a:solidFill>
              <a:effectLst>
                <a:outerShdw blurRad="38100" dist="38100" dir="2700000" algn="tl">
                  <a:srgbClr val="000000">
                    <a:alpha val="43137"/>
                  </a:srgbClr>
                </a:outerShdw>
              </a:effectLst>
            </a:endParaRPr>
          </a:p>
        </p:txBody>
      </p:sp>
      <p:sp>
        <p:nvSpPr>
          <p:cNvPr id="2185" name="TextBox 2184">
            <a:extLst>
              <a:ext uri="{FF2B5EF4-FFF2-40B4-BE49-F238E27FC236}">
                <a16:creationId xmlns:a16="http://schemas.microsoft.com/office/drawing/2014/main" id="{CE3F9E6B-1DEE-7381-B85B-FDB046762F9E}"/>
              </a:ext>
            </a:extLst>
          </p:cNvPr>
          <p:cNvSpPr txBox="1"/>
          <p:nvPr/>
        </p:nvSpPr>
        <p:spPr>
          <a:xfrm>
            <a:off x="2394335" y="6666133"/>
            <a:ext cx="5029200" cy="171137"/>
          </a:xfrm>
          <a:prstGeom prst="rect">
            <a:avLst/>
          </a:prstGeom>
          <a:noFill/>
        </p:spPr>
        <p:txBody>
          <a:bodyPr wrap="square" lIns="0" tIns="0" rIns="0" bIns="0" rtlCol="0">
            <a:spAutoFit/>
          </a:bodyPr>
          <a:lstStyle/>
          <a:p>
            <a:pPr algn="l">
              <a:lnSpc>
                <a:spcPct val="107000"/>
              </a:lnSpc>
              <a:spcBef>
                <a:spcPts val="1200"/>
              </a:spcBef>
            </a:pPr>
            <a:r>
              <a:rPr lang="es-ES" sz="1100" spc="-20" dirty="0"/>
              <a:t>* Turning on and off the BEE power supply</a:t>
            </a:r>
            <a:endParaRPr lang="en-GB" sz="1100" spc="-20" dirty="0"/>
          </a:p>
        </p:txBody>
      </p:sp>
      <p:sp>
        <p:nvSpPr>
          <p:cNvPr id="2186" name="Rectangle 2185">
            <a:extLst>
              <a:ext uri="{FF2B5EF4-FFF2-40B4-BE49-F238E27FC236}">
                <a16:creationId xmlns:a16="http://schemas.microsoft.com/office/drawing/2014/main" id="{C28B064C-8CC9-5A6D-392F-78B1A61133B0}"/>
              </a:ext>
            </a:extLst>
          </p:cNvPr>
          <p:cNvSpPr/>
          <p:nvPr/>
        </p:nvSpPr>
        <p:spPr>
          <a:xfrm>
            <a:off x="6203064" y="2152650"/>
            <a:ext cx="5988935" cy="3876675"/>
          </a:xfrm>
          <a:prstGeom prst="rect">
            <a:avLst/>
          </a:prstGeom>
          <a:noFill/>
          <a:ln w="12700">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7000"/>
              </a:lnSpc>
              <a:spcBef>
                <a:spcPts val="1200"/>
              </a:spcBef>
            </a:pPr>
            <a:endParaRPr lang="en-GB" sz="1600" spc="-20" dirty="0"/>
          </a:p>
        </p:txBody>
      </p:sp>
      <p:sp>
        <p:nvSpPr>
          <p:cNvPr id="2187" name="Rectangle 2186">
            <a:extLst>
              <a:ext uri="{FF2B5EF4-FFF2-40B4-BE49-F238E27FC236}">
                <a16:creationId xmlns:a16="http://schemas.microsoft.com/office/drawing/2014/main" id="{973821C7-76E2-B7DF-E430-54B97BF0A783}"/>
              </a:ext>
            </a:extLst>
          </p:cNvPr>
          <p:cNvSpPr/>
          <p:nvPr/>
        </p:nvSpPr>
        <p:spPr>
          <a:xfrm>
            <a:off x="88809" y="2152650"/>
            <a:ext cx="5988935" cy="3876675"/>
          </a:xfrm>
          <a:prstGeom prst="rect">
            <a:avLst/>
          </a:prstGeom>
          <a:noFill/>
          <a:ln w="12700">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7000"/>
              </a:lnSpc>
              <a:spcBef>
                <a:spcPts val="1200"/>
              </a:spcBef>
            </a:pPr>
            <a:endParaRPr lang="en-GB" sz="1600" spc="-20" dirty="0"/>
          </a:p>
        </p:txBody>
      </p:sp>
    </p:spTree>
    <p:extLst>
      <p:ext uri="{BB962C8B-B14F-4D97-AF65-F5344CB8AC3E}">
        <p14:creationId xmlns:p14="http://schemas.microsoft.com/office/powerpoint/2010/main" val="3585272506"/>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359EF-AEAA-6B10-E23A-D9208BFF97B2}"/>
            </a:ext>
          </a:extLst>
        </p:cNvPr>
        <p:cNvGrpSpPr/>
        <p:nvPr/>
      </p:nvGrpSpPr>
      <p:grpSpPr>
        <a:xfrm>
          <a:off x="0" y="0"/>
          <a:ext cx="0" cy="0"/>
          <a:chOff x="0" y="0"/>
          <a:chExt cx="0" cy="0"/>
        </a:xfrm>
      </p:grpSpPr>
      <p:sp>
        <p:nvSpPr>
          <p:cNvPr id="2185" name="TextBox 2184">
            <a:extLst>
              <a:ext uri="{FF2B5EF4-FFF2-40B4-BE49-F238E27FC236}">
                <a16:creationId xmlns:a16="http://schemas.microsoft.com/office/drawing/2014/main" id="{CC3CFA53-D096-BE36-2251-265B475ADC32}"/>
              </a:ext>
            </a:extLst>
          </p:cNvPr>
          <p:cNvSpPr txBox="1"/>
          <p:nvPr/>
        </p:nvSpPr>
        <p:spPr>
          <a:xfrm>
            <a:off x="2394335" y="6666133"/>
            <a:ext cx="5029200" cy="171137"/>
          </a:xfrm>
          <a:prstGeom prst="rect">
            <a:avLst/>
          </a:prstGeom>
          <a:noFill/>
        </p:spPr>
        <p:txBody>
          <a:bodyPr wrap="square" lIns="0" tIns="0" rIns="0" bIns="0" rtlCol="0">
            <a:spAutoFit/>
          </a:bodyPr>
          <a:lstStyle/>
          <a:p>
            <a:pPr algn="l">
              <a:lnSpc>
                <a:spcPct val="107000"/>
              </a:lnSpc>
              <a:spcBef>
                <a:spcPts val="1200"/>
              </a:spcBef>
            </a:pPr>
            <a:r>
              <a:rPr lang="es-ES" sz="1100" spc="-20" dirty="0"/>
              <a:t>* Turning on and off the BEE power supply</a:t>
            </a:r>
            <a:endParaRPr lang="en-GB" sz="1100" spc="-20" dirty="0"/>
          </a:p>
        </p:txBody>
      </p:sp>
      <p:sp>
        <p:nvSpPr>
          <p:cNvPr id="2187" name="Rectangle 2186">
            <a:extLst>
              <a:ext uri="{FF2B5EF4-FFF2-40B4-BE49-F238E27FC236}">
                <a16:creationId xmlns:a16="http://schemas.microsoft.com/office/drawing/2014/main" id="{1B3844E7-98B8-4A73-D645-BB046B918358}"/>
              </a:ext>
            </a:extLst>
          </p:cNvPr>
          <p:cNvSpPr/>
          <p:nvPr/>
        </p:nvSpPr>
        <p:spPr>
          <a:xfrm>
            <a:off x="342900" y="1047751"/>
            <a:ext cx="6223386" cy="4133850"/>
          </a:xfrm>
          <a:prstGeom prst="rect">
            <a:avLst/>
          </a:prstGeom>
          <a:noFill/>
          <a:ln w="12700">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7000"/>
              </a:lnSpc>
              <a:spcBef>
                <a:spcPts val="1200"/>
              </a:spcBef>
            </a:pPr>
            <a:endParaRPr lang="en-GB" sz="1600" spc="-20" dirty="0"/>
          </a:p>
        </p:txBody>
      </p:sp>
      <p:sp>
        <p:nvSpPr>
          <p:cNvPr id="2153" name="Rectangle: Rounded Corners 2152">
            <a:extLst>
              <a:ext uri="{FF2B5EF4-FFF2-40B4-BE49-F238E27FC236}">
                <a16:creationId xmlns:a16="http://schemas.microsoft.com/office/drawing/2014/main" id="{1DD56BF8-CA2C-9A29-73D8-8C3101B7513C}"/>
              </a:ext>
            </a:extLst>
          </p:cNvPr>
          <p:cNvSpPr/>
          <p:nvPr/>
        </p:nvSpPr>
        <p:spPr>
          <a:xfrm>
            <a:off x="509643" y="1666933"/>
            <a:ext cx="1576408" cy="1413322"/>
          </a:xfrm>
          <a:prstGeom prst="roundRect">
            <a:avLst>
              <a:gd name="adj" fmla="val 3464"/>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lstStyle/>
          <a:p>
            <a:pPr algn="ctr">
              <a:lnSpc>
                <a:spcPct val="107000"/>
              </a:lnSpc>
              <a:spcBef>
                <a:spcPts val="1200"/>
              </a:spcBef>
            </a:pPr>
            <a:r>
              <a:rPr lang="es-ES" sz="1400" spc="-20" dirty="0"/>
              <a:t>1</a:t>
            </a:r>
            <a:r>
              <a:rPr lang="es-ES" sz="1400" spc="-20" noProof="0" dirty="0"/>
              <a:t> pump – 1 USE</a:t>
            </a:r>
            <a:endParaRPr lang="en-GB" sz="1400" spc="-20" noProof="0" dirty="0"/>
          </a:p>
        </p:txBody>
      </p:sp>
      <p:grpSp>
        <p:nvGrpSpPr>
          <p:cNvPr id="2155" name="Group 2154">
            <a:extLst>
              <a:ext uri="{FF2B5EF4-FFF2-40B4-BE49-F238E27FC236}">
                <a16:creationId xmlns:a16="http://schemas.microsoft.com/office/drawing/2014/main" id="{3004ED43-6085-D8F6-2E19-5CE99308B63A}"/>
              </a:ext>
            </a:extLst>
          </p:cNvPr>
          <p:cNvGrpSpPr/>
          <p:nvPr/>
        </p:nvGrpSpPr>
        <p:grpSpPr>
          <a:xfrm>
            <a:off x="558800" y="1704149"/>
            <a:ext cx="1478094" cy="1120000"/>
            <a:chOff x="6404710" y="2181283"/>
            <a:chExt cx="1478094" cy="1120000"/>
          </a:xfrm>
        </p:grpSpPr>
        <p:sp>
          <p:nvSpPr>
            <p:cNvPr id="2156" name="Rectangle: Rounded Corners 2155">
              <a:extLst>
                <a:ext uri="{FF2B5EF4-FFF2-40B4-BE49-F238E27FC236}">
                  <a16:creationId xmlns:a16="http://schemas.microsoft.com/office/drawing/2014/main" id="{76BD3C3B-A305-630D-BFD8-A8E06B770893}"/>
                </a:ext>
              </a:extLst>
            </p:cNvPr>
            <p:cNvSpPr/>
            <p:nvPr/>
          </p:nvSpPr>
          <p:spPr>
            <a:xfrm>
              <a:off x="6404710" y="2181283"/>
              <a:ext cx="1478094" cy="1120000"/>
            </a:xfrm>
            <a:prstGeom prst="roundRect">
              <a:avLst>
                <a:gd name="adj" fmla="val 567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GB" sz="1200" b="1" i="1" dirty="0">
                  <a:solidFill>
                    <a:schemeClr val="accent1"/>
                  </a:solidFill>
                </a:rPr>
                <a:t>Single Line </a:t>
              </a:r>
              <a:r>
                <a:rPr lang="en-GB" sz="1200" b="1" i="1" noProof="0" dirty="0">
                  <a:solidFill>
                    <a:schemeClr val="accent1"/>
                  </a:solidFill>
                </a:rPr>
                <a:t>System</a:t>
              </a:r>
            </a:p>
          </p:txBody>
        </p:sp>
        <p:sp>
          <p:nvSpPr>
            <p:cNvPr id="2157" name="Rectangle 2156">
              <a:extLst>
                <a:ext uri="{FF2B5EF4-FFF2-40B4-BE49-F238E27FC236}">
                  <a16:creationId xmlns:a16="http://schemas.microsoft.com/office/drawing/2014/main" id="{DFE36E31-1C67-4C31-5104-4D9ED2E42819}"/>
                </a:ext>
              </a:extLst>
            </p:cNvPr>
            <p:cNvSpPr/>
            <p:nvPr/>
          </p:nvSpPr>
          <p:spPr>
            <a:xfrm rot="5400000">
              <a:off x="6994001" y="2874233"/>
              <a:ext cx="401675" cy="4138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7000"/>
                </a:lnSpc>
                <a:spcBef>
                  <a:spcPts val="1200"/>
                </a:spcBef>
              </a:pPr>
              <a:endParaRPr lang="en-GB" sz="1600" spc="-20" noProof="0" dirty="0"/>
            </a:p>
          </p:txBody>
        </p:sp>
        <p:pic>
          <p:nvPicPr>
            <p:cNvPr id="2158" name="Picture 2157">
              <a:extLst>
                <a:ext uri="{FF2B5EF4-FFF2-40B4-BE49-F238E27FC236}">
                  <a16:creationId xmlns:a16="http://schemas.microsoft.com/office/drawing/2014/main" id="{C51BA703-6C3B-FDB3-247F-57318E672C7F}"/>
                </a:ext>
              </a:extLst>
            </p:cNvPr>
            <p:cNvPicPr>
              <a:picLocks noChangeAspect="1"/>
            </p:cNvPicPr>
            <p:nvPr/>
          </p:nvPicPr>
          <p:blipFill>
            <a:blip r:embed="rId2"/>
            <a:stretch>
              <a:fillRect/>
            </a:stretch>
          </p:blipFill>
          <p:spPr>
            <a:xfrm>
              <a:off x="7246523" y="2638030"/>
              <a:ext cx="438365" cy="431935"/>
            </a:xfrm>
            <a:prstGeom prst="rect">
              <a:avLst/>
            </a:prstGeom>
          </p:spPr>
        </p:pic>
      </p:grpSp>
      <p:pic>
        <p:nvPicPr>
          <p:cNvPr id="2160" name="Picture 2159">
            <a:extLst>
              <a:ext uri="{FF2B5EF4-FFF2-40B4-BE49-F238E27FC236}">
                <a16:creationId xmlns:a16="http://schemas.microsoft.com/office/drawing/2014/main" id="{A1EF0454-D65A-E764-118C-9F5BDAC8AB67}"/>
              </a:ext>
            </a:extLst>
          </p:cNvPr>
          <p:cNvPicPr>
            <a:picLocks noChangeAspect="1"/>
          </p:cNvPicPr>
          <p:nvPr/>
        </p:nvPicPr>
        <p:blipFill>
          <a:blip r:embed="rId3"/>
          <a:srcRect l="9003" r="38094"/>
          <a:stretch/>
        </p:blipFill>
        <p:spPr>
          <a:xfrm>
            <a:off x="685366" y="2051889"/>
            <a:ext cx="660756" cy="702557"/>
          </a:xfrm>
          <a:prstGeom prst="rect">
            <a:avLst/>
          </a:prstGeom>
        </p:spPr>
      </p:pic>
      <p:sp>
        <p:nvSpPr>
          <p:cNvPr id="6" name="TextBox 5">
            <a:extLst>
              <a:ext uri="{FF2B5EF4-FFF2-40B4-BE49-F238E27FC236}">
                <a16:creationId xmlns:a16="http://schemas.microsoft.com/office/drawing/2014/main" id="{A3D798DA-087A-3EBF-5308-C388D3AE0261}"/>
              </a:ext>
            </a:extLst>
          </p:cNvPr>
          <p:cNvSpPr txBox="1"/>
          <p:nvPr/>
        </p:nvSpPr>
        <p:spPr>
          <a:xfrm>
            <a:off x="2322533" y="1471006"/>
            <a:ext cx="3917985" cy="1599411"/>
          </a:xfrm>
          <a:prstGeom prst="rect">
            <a:avLst/>
          </a:prstGeom>
          <a:noFill/>
          <a:ln>
            <a:solidFill>
              <a:srgbClr val="009E2D"/>
            </a:solidFill>
          </a:ln>
        </p:spPr>
        <p:txBody>
          <a:bodyPr wrap="square" lIns="72000" tIns="36000" rIns="36000" bIns="36000" rtlCol="0" anchor="ctr">
            <a:noAutofit/>
          </a:bodyPr>
          <a:lstStyle/>
          <a:p>
            <a:pPr algn="l"/>
            <a:r>
              <a:rPr lang="en-GB" sz="1400" spc="-20" noProof="0" dirty="0"/>
              <a:t>Modes: “</a:t>
            </a:r>
            <a:r>
              <a:rPr lang="en-GB" sz="1400" b="1" spc="-20" noProof="0" dirty="0">
                <a:effectLst>
                  <a:outerShdw blurRad="38100" dist="38100" dir="2700000" algn="tl">
                    <a:srgbClr val="000000">
                      <a:alpha val="43137"/>
                    </a:srgbClr>
                  </a:outerShdw>
                </a:effectLst>
              </a:rPr>
              <a:t>Single Line pump – Stand alone</a:t>
            </a:r>
            <a:r>
              <a:rPr lang="en-GB" sz="1400" spc="-20" noProof="0" dirty="0"/>
              <a:t>”</a:t>
            </a:r>
          </a:p>
          <a:p>
            <a:pPr marL="174625" indent="-174625">
              <a:buFont typeface="Arial" panose="020B0604020202020204" pitchFamily="34" charset="0"/>
              <a:buChar char="•"/>
            </a:pPr>
            <a:r>
              <a:rPr lang="en-GB" sz="1400" b="1" spc="-20" dirty="0">
                <a:effectLst>
                  <a:outerShdw blurRad="38100" dist="38100" dir="2700000" algn="tl">
                    <a:srgbClr val="000000">
                      <a:alpha val="43137"/>
                    </a:srgbClr>
                  </a:outerShdw>
                </a:effectLst>
              </a:rPr>
              <a:t>Lubrication Cycle: </a:t>
            </a:r>
            <a:r>
              <a:rPr lang="en-GB" sz="1400" spc="-20" dirty="0"/>
              <a:t>defined at BEE controller</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Run time</a:t>
            </a:r>
            <a:r>
              <a:rPr lang="en-GB" sz="1400" spc="-20" dirty="0"/>
              <a:t>: 1 -15 pump strokes</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Pressure release</a:t>
            </a:r>
            <a:r>
              <a:rPr lang="en-GB" sz="1400" spc="-20" dirty="0"/>
              <a:t>: needed</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Pause time</a:t>
            </a:r>
            <a:r>
              <a:rPr lang="en-GB" sz="1400" spc="-20" dirty="0"/>
              <a:t>: up to 100 hours (min 1 hour)</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Lubrication cycle memory at BEE</a:t>
            </a:r>
            <a:r>
              <a:rPr lang="en-GB" sz="1400" spc="-20" dirty="0"/>
              <a:t>: YES</a:t>
            </a:r>
          </a:p>
        </p:txBody>
      </p:sp>
      <p:sp>
        <p:nvSpPr>
          <p:cNvPr id="14" name="TextBox 13">
            <a:extLst>
              <a:ext uri="{FF2B5EF4-FFF2-40B4-BE49-F238E27FC236}">
                <a16:creationId xmlns:a16="http://schemas.microsoft.com/office/drawing/2014/main" id="{DBEA0669-CA4E-B0D9-5530-DA71067C9F03}"/>
              </a:ext>
            </a:extLst>
          </p:cNvPr>
          <p:cNvSpPr txBox="1"/>
          <p:nvPr/>
        </p:nvSpPr>
        <p:spPr>
          <a:xfrm>
            <a:off x="2322533" y="3362325"/>
            <a:ext cx="3917985" cy="1599411"/>
          </a:xfrm>
          <a:prstGeom prst="rect">
            <a:avLst/>
          </a:prstGeom>
          <a:noFill/>
          <a:ln>
            <a:solidFill>
              <a:srgbClr val="009E2D"/>
            </a:solidFill>
          </a:ln>
        </p:spPr>
        <p:txBody>
          <a:bodyPr wrap="square" lIns="72000" tIns="36000" rIns="36000" bIns="36000" rtlCol="0" anchor="ctr">
            <a:noAutofit/>
          </a:bodyPr>
          <a:lstStyle/>
          <a:p>
            <a:pPr algn="l"/>
            <a:r>
              <a:rPr lang="en-GB" sz="1400" spc="-20" noProof="0" dirty="0"/>
              <a:t>Modes: </a:t>
            </a:r>
            <a:r>
              <a:rPr lang="en-GB" sz="1400" b="1" spc="-20" dirty="0">
                <a:effectLst>
                  <a:outerShdw blurRad="38100" dist="38100" dir="2700000" algn="tl">
                    <a:srgbClr val="000000">
                      <a:alpha val="43137"/>
                    </a:srgbClr>
                  </a:outerShdw>
                </a:effectLst>
              </a:rPr>
              <a:t>“Single Line pump – PLC control</a:t>
            </a:r>
            <a:r>
              <a:rPr lang="en-GB" sz="1400" spc="-20" noProof="0" dirty="0"/>
              <a:t>”</a:t>
            </a:r>
          </a:p>
          <a:p>
            <a:pPr marL="174625" indent="-174625">
              <a:buFont typeface="Arial" panose="020B0604020202020204" pitchFamily="34" charset="0"/>
              <a:buChar char="•"/>
            </a:pPr>
            <a:r>
              <a:rPr lang="en-GB" sz="1400" b="1" spc="-20" dirty="0">
                <a:effectLst>
                  <a:outerShdw blurRad="38100" dist="38100" dir="2700000" algn="tl">
                    <a:srgbClr val="000000">
                      <a:alpha val="43137"/>
                    </a:srgbClr>
                  </a:outerShdw>
                </a:effectLst>
              </a:rPr>
              <a:t>Lubrication Cycle:</a:t>
            </a:r>
            <a:r>
              <a:rPr lang="en-GB" sz="1400" spc="-20" dirty="0"/>
              <a:t> defined at machine PLC*</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Run time</a:t>
            </a:r>
            <a:r>
              <a:rPr lang="en-GB" sz="1400" spc="-20" dirty="0"/>
              <a:t>: 1 -15 pump strokes</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Pressure release</a:t>
            </a:r>
            <a:r>
              <a:rPr lang="en-GB" sz="1400" spc="-20" dirty="0"/>
              <a:t>: needed</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Pause time</a:t>
            </a:r>
            <a:r>
              <a:rPr lang="en-GB" sz="1400" spc="-20" dirty="0"/>
              <a:t>: up to 100 hours (min 1 hour)</a:t>
            </a:r>
          </a:p>
          <a:p>
            <a:pPr marL="460375" lvl="1" indent="-285750">
              <a:buFont typeface="Courier New" panose="02070309020205020404" pitchFamily="49" charset="0"/>
              <a:buChar char="o"/>
            </a:pPr>
            <a:r>
              <a:rPr lang="en-GB" sz="1400" b="1" spc="-20" dirty="0">
                <a:effectLst>
                  <a:outerShdw blurRad="38100" dist="38100" dir="2700000" algn="tl">
                    <a:srgbClr val="000000">
                      <a:alpha val="43137"/>
                    </a:srgbClr>
                  </a:outerShdw>
                </a:effectLst>
              </a:rPr>
              <a:t>Lubrication cycle memory at BEE</a:t>
            </a:r>
            <a:r>
              <a:rPr lang="en-GB" sz="1400" spc="-20" dirty="0"/>
              <a:t>: NO</a:t>
            </a:r>
          </a:p>
        </p:txBody>
      </p:sp>
      <p:sp>
        <p:nvSpPr>
          <p:cNvPr id="21" name="TextBox 20">
            <a:extLst>
              <a:ext uri="{FF2B5EF4-FFF2-40B4-BE49-F238E27FC236}">
                <a16:creationId xmlns:a16="http://schemas.microsoft.com/office/drawing/2014/main" id="{F56589B2-00F9-9C2C-FCF9-4CDCAC78DEC3}"/>
              </a:ext>
            </a:extLst>
          </p:cNvPr>
          <p:cNvSpPr txBox="1"/>
          <p:nvPr/>
        </p:nvSpPr>
        <p:spPr>
          <a:xfrm>
            <a:off x="3241793" y="3239930"/>
            <a:ext cx="2101196" cy="248914"/>
          </a:xfrm>
          <a:prstGeom prst="rect">
            <a:avLst/>
          </a:prstGeom>
          <a:solidFill>
            <a:schemeClr val="bg1"/>
          </a:solidFill>
        </p:spPr>
        <p:txBody>
          <a:bodyPr wrap="square" lIns="0" tIns="0" rIns="0" bIns="0" rtlCol="0" anchor="ctr">
            <a:spAutoFit/>
          </a:bodyPr>
          <a:lstStyle/>
          <a:p>
            <a:pPr algn="ctr">
              <a:lnSpc>
                <a:spcPct val="107000"/>
              </a:lnSpc>
              <a:spcBef>
                <a:spcPts val="1200"/>
              </a:spcBef>
            </a:pPr>
            <a:r>
              <a:rPr lang="en-GB" sz="1600" b="1" i="1" spc="-20" noProof="0" dirty="0">
                <a:solidFill>
                  <a:schemeClr val="accent5">
                    <a:lumMod val="60000"/>
                    <a:lumOff val="40000"/>
                  </a:schemeClr>
                </a:solidFill>
                <a:effectLst>
                  <a:outerShdw blurRad="38100" dist="38100" dir="2700000" algn="tl">
                    <a:srgbClr val="000000">
                      <a:alpha val="43137"/>
                    </a:srgbClr>
                  </a:outerShdw>
                </a:effectLst>
              </a:rPr>
              <a:t>Reduced Variant 7</a:t>
            </a:r>
            <a:endParaRPr lang="en-GB" sz="1600" b="1" i="1" spc="-20" noProof="0" dirty="0">
              <a:solidFill>
                <a:schemeClr val="accent1">
                  <a:lumMod val="60000"/>
                  <a:lumOff val="40000"/>
                </a:schemeClr>
              </a:solidFill>
              <a:effectLst>
                <a:outerShdw blurRad="38100" dist="38100" dir="2700000" algn="tl">
                  <a:srgbClr val="000000">
                    <a:alpha val="43137"/>
                  </a:srgbClr>
                </a:outerShdw>
              </a:effectLst>
            </a:endParaRPr>
          </a:p>
        </p:txBody>
      </p:sp>
      <p:sp>
        <p:nvSpPr>
          <p:cNvPr id="22" name="Rectangle: Rounded Corners 21">
            <a:extLst>
              <a:ext uri="{FF2B5EF4-FFF2-40B4-BE49-F238E27FC236}">
                <a16:creationId xmlns:a16="http://schemas.microsoft.com/office/drawing/2014/main" id="{6045AC67-54A7-C988-47CC-91CC376E4FA0}"/>
              </a:ext>
            </a:extLst>
          </p:cNvPr>
          <p:cNvSpPr/>
          <p:nvPr/>
        </p:nvSpPr>
        <p:spPr>
          <a:xfrm>
            <a:off x="509643" y="3562851"/>
            <a:ext cx="1576408" cy="1413322"/>
          </a:xfrm>
          <a:prstGeom prst="roundRect">
            <a:avLst>
              <a:gd name="adj" fmla="val 3464"/>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lstStyle/>
          <a:p>
            <a:pPr algn="ctr">
              <a:lnSpc>
                <a:spcPct val="107000"/>
              </a:lnSpc>
              <a:spcBef>
                <a:spcPts val="1200"/>
              </a:spcBef>
            </a:pPr>
            <a:r>
              <a:rPr lang="es-ES" sz="1400" spc="-20" dirty="0"/>
              <a:t>1</a:t>
            </a:r>
            <a:r>
              <a:rPr lang="es-ES" sz="1400" spc="-20" noProof="0" dirty="0"/>
              <a:t> pump – 1 USE</a:t>
            </a:r>
            <a:endParaRPr lang="en-GB" sz="1400" spc="-20" noProof="0" dirty="0"/>
          </a:p>
        </p:txBody>
      </p:sp>
      <p:grpSp>
        <p:nvGrpSpPr>
          <p:cNvPr id="23" name="Group 22">
            <a:extLst>
              <a:ext uri="{FF2B5EF4-FFF2-40B4-BE49-F238E27FC236}">
                <a16:creationId xmlns:a16="http://schemas.microsoft.com/office/drawing/2014/main" id="{9AC36AA8-B4DB-0C58-F9D3-0B8DC1444D4B}"/>
              </a:ext>
            </a:extLst>
          </p:cNvPr>
          <p:cNvGrpSpPr/>
          <p:nvPr/>
        </p:nvGrpSpPr>
        <p:grpSpPr>
          <a:xfrm>
            <a:off x="558800" y="3600067"/>
            <a:ext cx="1478094" cy="1120000"/>
            <a:chOff x="6404710" y="2181283"/>
            <a:chExt cx="1478094" cy="1120000"/>
          </a:xfrm>
        </p:grpSpPr>
        <p:sp>
          <p:nvSpPr>
            <p:cNvPr id="24" name="Rectangle: Rounded Corners 23">
              <a:extLst>
                <a:ext uri="{FF2B5EF4-FFF2-40B4-BE49-F238E27FC236}">
                  <a16:creationId xmlns:a16="http://schemas.microsoft.com/office/drawing/2014/main" id="{69640A89-B41A-5F49-42A2-133D112F242B}"/>
                </a:ext>
              </a:extLst>
            </p:cNvPr>
            <p:cNvSpPr/>
            <p:nvPr/>
          </p:nvSpPr>
          <p:spPr>
            <a:xfrm>
              <a:off x="6404710" y="2181283"/>
              <a:ext cx="1478094" cy="1120000"/>
            </a:xfrm>
            <a:prstGeom prst="roundRect">
              <a:avLst>
                <a:gd name="adj" fmla="val 567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GB" sz="1200" b="1" i="1" dirty="0">
                  <a:solidFill>
                    <a:schemeClr val="accent1"/>
                  </a:solidFill>
                </a:rPr>
                <a:t>Single Line </a:t>
              </a:r>
              <a:r>
                <a:rPr lang="en-GB" sz="1200" b="1" i="1" noProof="0" dirty="0">
                  <a:solidFill>
                    <a:schemeClr val="accent1"/>
                  </a:solidFill>
                </a:rPr>
                <a:t>System</a:t>
              </a:r>
            </a:p>
          </p:txBody>
        </p:sp>
        <p:sp>
          <p:nvSpPr>
            <p:cNvPr id="25" name="Rectangle 24">
              <a:extLst>
                <a:ext uri="{FF2B5EF4-FFF2-40B4-BE49-F238E27FC236}">
                  <a16:creationId xmlns:a16="http://schemas.microsoft.com/office/drawing/2014/main" id="{1AC5252B-62EC-51D7-C1ED-D4AD1776C09A}"/>
                </a:ext>
              </a:extLst>
            </p:cNvPr>
            <p:cNvSpPr/>
            <p:nvPr/>
          </p:nvSpPr>
          <p:spPr>
            <a:xfrm rot="5400000">
              <a:off x="6994001" y="2874233"/>
              <a:ext cx="401675" cy="4138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7000"/>
                </a:lnSpc>
                <a:spcBef>
                  <a:spcPts val="1200"/>
                </a:spcBef>
              </a:pPr>
              <a:endParaRPr lang="en-GB" sz="1600" spc="-20" noProof="0" dirty="0"/>
            </a:p>
          </p:txBody>
        </p:sp>
        <p:pic>
          <p:nvPicPr>
            <p:cNvPr id="26" name="Picture 25">
              <a:extLst>
                <a:ext uri="{FF2B5EF4-FFF2-40B4-BE49-F238E27FC236}">
                  <a16:creationId xmlns:a16="http://schemas.microsoft.com/office/drawing/2014/main" id="{3D8A91D4-8074-77B8-4869-EDCF1EE1686E}"/>
                </a:ext>
              </a:extLst>
            </p:cNvPr>
            <p:cNvPicPr>
              <a:picLocks noChangeAspect="1"/>
            </p:cNvPicPr>
            <p:nvPr/>
          </p:nvPicPr>
          <p:blipFill>
            <a:blip r:embed="rId2"/>
            <a:stretch>
              <a:fillRect/>
            </a:stretch>
          </p:blipFill>
          <p:spPr>
            <a:xfrm>
              <a:off x="7246523" y="2638030"/>
              <a:ext cx="438365" cy="431935"/>
            </a:xfrm>
            <a:prstGeom prst="rect">
              <a:avLst/>
            </a:prstGeom>
          </p:spPr>
        </p:pic>
      </p:grpSp>
      <p:pic>
        <p:nvPicPr>
          <p:cNvPr id="27" name="Picture 26">
            <a:extLst>
              <a:ext uri="{FF2B5EF4-FFF2-40B4-BE49-F238E27FC236}">
                <a16:creationId xmlns:a16="http://schemas.microsoft.com/office/drawing/2014/main" id="{FEACC9BA-82F4-12B6-BF35-3E80A635DDC1}"/>
              </a:ext>
            </a:extLst>
          </p:cNvPr>
          <p:cNvPicPr>
            <a:picLocks noChangeAspect="1"/>
          </p:cNvPicPr>
          <p:nvPr/>
        </p:nvPicPr>
        <p:blipFill>
          <a:blip r:embed="rId3"/>
          <a:srcRect l="9003" r="38094"/>
          <a:stretch/>
        </p:blipFill>
        <p:spPr>
          <a:xfrm>
            <a:off x="685366" y="3947807"/>
            <a:ext cx="660756" cy="702557"/>
          </a:xfrm>
          <a:prstGeom prst="rect">
            <a:avLst/>
          </a:prstGeom>
        </p:spPr>
      </p:pic>
      <p:sp>
        <p:nvSpPr>
          <p:cNvPr id="3" name="TextBox 2">
            <a:extLst>
              <a:ext uri="{FF2B5EF4-FFF2-40B4-BE49-F238E27FC236}">
                <a16:creationId xmlns:a16="http://schemas.microsoft.com/office/drawing/2014/main" id="{748E06A9-94C5-9A5B-B8B9-3FD5418A1ED8}"/>
              </a:ext>
            </a:extLst>
          </p:cNvPr>
          <p:cNvSpPr txBox="1"/>
          <p:nvPr/>
        </p:nvSpPr>
        <p:spPr>
          <a:xfrm>
            <a:off x="3339122" y="1325344"/>
            <a:ext cx="2101196" cy="248914"/>
          </a:xfrm>
          <a:prstGeom prst="rect">
            <a:avLst/>
          </a:prstGeom>
          <a:solidFill>
            <a:schemeClr val="bg1"/>
          </a:solidFill>
        </p:spPr>
        <p:txBody>
          <a:bodyPr wrap="square" lIns="0" tIns="0" rIns="0" bIns="0" rtlCol="0" anchor="ctr">
            <a:spAutoFit/>
          </a:bodyPr>
          <a:lstStyle/>
          <a:p>
            <a:pPr algn="ctr">
              <a:lnSpc>
                <a:spcPct val="107000"/>
              </a:lnSpc>
              <a:spcBef>
                <a:spcPts val="1200"/>
              </a:spcBef>
            </a:pPr>
            <a:r>
              <a:rPr lang="en-GB" sz="1600" b="1" i="1" spc="-20" noProof="0" dirty="0">
                <a:solidFill>
                  <a:schemeClr val="accent5">
                    <a:lumMod val="60000"/>
                    <a:lumOff val="40000"/>
                  </a:schemeClr>
                </a:solidFill>
                <a:effectLst>
                  <a:outerShdw blurRad="38100" dist="38100" dir="2700000" algn="tl">
                    <a:srgbClr val="000000">
                      <a:alpha val="43137"/>
                    </a:srgbClr>
                  </a:outerShdw>
                </a:effectLst>
              </a:rPr>
              <a:t>Reduced Variant 6</a:t>
            </a:r>
            <a:endParaRPr lang="en-GB" sz="1600" b="1" i="1" spc="-20" noProof="0" dirty="0">
              <a:solidFill>
                <a:schemeClr val="accent1">
                  <a:lumMod val="60000"/>
                  <a:lumOff val="4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19883054"/>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92A42-535A-E778-ACA2-CC3CC825C2F4}"/>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ED7822D-6E13-B8E9-4C25-92C36C8851F4}"/>
              </a:ext>
            </a:extLst>
          </p:cNvPr>
          <p:cNvSpPr>
            <a:spLocks noGrp="1"/>
          </p:cNvSpPr>
          <p:nvPr>
            <p:ph type="title"/>
          </p:nvPr>
        </p:nvSpPr>
        <p:spPr>
          <a:xfrm>
            <a:off x="193676" y="690410"/>
            <a:ext cx="9812334" cy="730790"/>
          </a:xfrm>
        </p:spPr>
        <p:txBody>
          <a:bodyPr/>
          <a:lstStyle/>
          <a:p>
            <a:r>
              <a:rPr lang="en-GB" i="1" noProof="0" dirty="0">
                <a:solidFill>
                  <a:schemeClr val="accent1"/>
                </a:solidFill>
                <a:effectLst>
                  <a:outerShdw blurRad="38100" dist="38100" dir="2700000" algn="tl">
                    <a:srgbClr val="000000">
                      <a:alpha val="43137"/>
                    </a:srgbClr>
                  </a:outerShdw>
                </a:effectLst>
              </a:rPr>
              <a:t>PLC control</a:t>
            </a:r>
            <a:r>
              <a:rPr lang="en-GB" noProof="0" dirty="0"/>
              <a:t> vs </a:t>
            </a:r>
            <a:r>
              <a:rPr lang="en-GB" i="1" dirty="0">
                <a:solidFill>
                  <a:schemeClr val="accent1"/>
                </a:solidFill>
                <a:effectLst>
                  <a:outerShdw blurRad="38100" dist="38100" dir="2700000" algn="tl">
                    <a:srgbClr val="000000">
                      <a:alpha val="43137"/>
                    </a:srgbClr>
                  </a:outerShdw>
                </a:effectLst>
              </a:rPr>
              <a:t>Stand-alone</a:t>
            </a:r>
            <a:r>
              <a:rPr lang="en-GB" noProof="0" dirty="0"/>
              <a:t> MODES</a:t>
            </a:r>
          </a:p>
        </p:txBody>
      </p:sp>
      <p:cxnSp>
        <p:nvCxnSpPr>
          <p:cNvPr id="2091" name="Straight Connector 2090">
            <a:extLst>
              <a:ext uri="{FF2B5EF4-FFF2-40B4-BE49-F238E27FC236}">
                <a16:creationId xmlns:a16="http://schemas.microsoft.com/office/drawing/2014/main" id="{A5B068FD-3AFC-F50A-E95F-C52F0AB05E33}"/>
              </a:ext>
            </a:extLst>
          </p:cNvPr>
          <p:cNvCxnSpPr/>
          <p:nvPr/>
        </p:nvCxnSpPr>
        <p:spPr>
          <a:xfrm>
            <a:off x="8469088" y="914401"/>
            <a:ext cx="0" cy="5836227"/>
          </a:xfrm>
          <a:prstGeom prst="line">
            <a:avLst/>
          </a:prstGeom>
          <a:ln w="12700">
            <a:solidFill>
              <a:schemeClr val="accent3"/>
            </a:solidFill>
          </a:ln>
        </p:spPr>
        <p:style>
          <a:lnRef idx="2">
            <a:schemeClr val="accent1"/>
          </a:lnRef>
          <a:fillRef idx="0">
            <a:schemeClr val="accent1"/>
          </a:fillRef>
          <a:effectRef idx="1">
            <a:schemeClr val="accent1"/>
          </a:effectRef>
          <a:fontRef idx="minor">
            <a:schemeClr val="tx1"/>
          </a:fontRef>
        </p:style>
      </p:cxnSp>
      <p:sp>
        <p:nvSpPr>
          <p:cNvPr id="2100" name="TextBox 2099">
            <a:extLst>
              <a:ext uri="{FF2B5EF4-FFF2-40B4-BE49-F238E27FC236}">
                <a16:creationId xmlns:a16="http://schemas.microsoft.com/office/drawing/2014/main" id="{DD2D4B14-83B6-6392-E35E-889DAFE903AD}"/>
              </a:ext>
            </a:extLst>
          </p:cNvPr>
          <p:cNvSpPr txBox="1"/>
          <p:nvPr/>
        </p:nvSpPr>
        <p:spPr>
          <a:xfrm>
            <a:off x="8788424" y="2038431"/>
            <a:ext cx="2938474" cy="2781137"/>
          </a:xfrm>
          <a:prstGeom prst="rect">
            <a:avLst/>
          </a:prstGeom>
          <a:noFill/>
        </p:spPr>
        <p:txBody>
          <a:bodyPr wrap="square" lIns="36000" tIns="36000" rIns="36000" bIns="36000" rtlCol="0">
            <a:spAutoFit/>
          </a:bodyPr>
          <a:lstStyle/>
          <a:p>
            <a:pPr algn="l">
              <a:spcBef>
                <a:spcPts val="600"/>
              </a:spcBef>
            </a:pPr>
            <a:r>
              <a:rPr lang="en-GB" sz="4400" b="1" spc="-20" noProof="0" dirty="0"/>
              <a:t>2 different ways of controlling the BEE</a:t>
            </a:r>
            <a:endParaRPr lang="en-GB" sz="4400" spc="-20" noProof="0" dirty="0"/>
          </a:p>
        </p:txBody>
      </p:sp>
      <p:sp>
        <p:nvSpPr>
          <p:cNvPr id="2098" name="TextBox 2097">
            <a:extLst>
              <a:ext uri="{FF2B5EF4-FFF2-40B4-BE49-F238E27FC236}">
                <a16:creationId xmlns:a16="http://schemas.microsoft.com/office/drawing/2014/main" id="{296E4806-57AC-9AD0-B25B-0D95EC3F74B2}"/>
              </a:ext>
            </a:extLst>
          </p:cNvPr>
          <p:cNvSpPr txBox="1"/>
          <p:nvPr/>
        </p:nvSpPr>
        <p:spPr>
          <a:xfrm>
            <a:off x="193675" y="1378575"/>
            <a:ext cx="8155665" cy="352716"/>
          </a:xfrm>
          <a:prstGeom prst="rect">
            <a:avLst/>
          </a:prstGeom>
          <a:solidFill>
            <a:schemeClr val="bg1">
              <a:lumMod val="85000"/>
            </a:schemeClr>
          </a:solidFill>
          <a:ln>
            <a:solidFill>
              <a:schemeClr val="tx1">
                <a:lumMod val="75000"/>
                <a:lumOff val="25000"/>
              </a:schemeClr>
            </a:solidFill>
          </a:ln>
        </p:spPr>
        <p:txBody>
          <a:bodyPr wrap="square" lIns="36000" tIns="36000" rIns="36000" bIns="36000" rtlCol="0" anchor="ctr">
            <a:spAutoFit/>
          </a:bodyPr>
          <a:lstStyle/>
          <a:p>
            <a:pPr>
              <a:lnSpc>
                <a:spcPct val="107000"/>
              </a:lnSpc>
            </a:pPr>
            <a:r>
              <a:rPr lang="en-GB" spc="-20" noProof="0" dirty="0">
                <a:solidFill>
                  <a:schemeClr val="accent5"/>
                </a:solidFill>
              </a:rPr>
              <a:t>Lube Cycle defined and controlled at the </a:t>
            </a:r>
            <a:r>
              <a:rPr lang="en-GB" b="1" i="1" spc="-20" noProof="0" dirty="0">
                <a:solidFill>
                  <a:schemeClr val="accent1"/>
                </a:solidFill>
                <a:effectLst>
                  <a:outerShdw blurRad="38100" dist="38100" dir="2700000" algn="tl">
                    <a:srgbClr val="000000">
                      <a:alpha val="43137"/>
                    </a:srgbClr>
                  </a:outerShdw>
                </a:effectLst>
              </a:rPr>
              <a:t>Machine PLC</a:t>
            </a:r>
          </a:p>
        </p:txBody>
      </p:sp>
      <p:sp>
        <p:nvSpPr>
          <p:cNvPr id="2" name="TextBox 1">
            <a:extLst>
              <a:ext uri="{FF2B5EF4-FFF2-40B4-BE49-F238E27FC236}">
                <a16:creationId xmlns:a16="http://schemas.microsoft.com/office/drawing/2014/main" id="{AC421088-CF3C-0851-1281-D987464FC2D7}"/>
              </a:ext>
            </a:extLst>
          </p:cNvPr>
          <p:cNvSpPr txBox="1"/>
          <p:nvPr/>
        </p:nvSpPr>
        <p:spPr>
          <a:xfrm>
            <a:off x="193676" y="1831597"/>
            <a:ext cx="8155661" cy="2215991"/>
          </a:xfrm>
          <a:prstGeom prst="rect">
            <a:avLst/>
          </a:prstGeom>
          <a:noFill/>
        </p:spPr>
        <p:txBody>
          <a:bodyPr wrap="square" lIns="0" tIns="0" rIns="0" bIns="0" rtlCol="0">
            <a:spAutoFit/>
          </a:bodyPr>
          <a:lstStyle/>
          <a:p>
            <a:pPr marL="174625" indent="-174625" algn="l">
              <a:buFont typeface="Arial" panose="020B0604020202020204" pitchFamily="34" charset="0"/>
              <a:buChar char="•"/>
            </a:pPr>
            <a:r>
              <a:rPr lang="en-GB" sz="1200" spc="-20" noProof="0" dirty="0"/>
              <a:t>Run and Pause time set up (factory) at </a:t>
            </a:r>
            <a:r>
              <a:rPr lang="en-GB" sz="1200" b="1" i="1" spc="-20" dirty="0"/>
              <a:t>maximum values </a:t>
            </a:r>
            <a:r>
              <a:rPr lang="en-GB" sz="1200" spc="-20" noProof="0" dirty="0"/>
              <a:t>(15 strokes / 100 hours)</a:t>
            </a:r>
          </a:p>
          <a:p>
            <a:pPr marL="174625" indent="-174625" algn="l">
              <a:buFont typeface="Arial" panose="020B0604020202020204" pitchFamily="34" charset="0"/>
              <a:buChar char="•"/>
            </a:pPr>
            <a:r>
              <a:rPr lang="en-GB" sz="1200" spc="-20" noProof="0" dirty="0"/>
              <a:t>PLC controls BEE by </a:t>
            </a:r>
            <a:r>
              <a:rPr lang="en-GB" sz="1200" b="1" i="1" spc="-20" dirty="0"/>
              <a:t>turning on and off the power supply </a:t>
            </a:r>
            <a:r>
              <a:rPr lang="en-GB" sz="1200" spc="-20" noProof="0" dirty="0"/>
              <a:t>to BEE</a:t>
            </a:r>
          </a:p>
          <a:p>
            <a:pPr marL="174625" indent="-174625" algn="l">
              <a:buFont typeface="Arial" panose="020B0604020202020204" pitchFamily="34" charset="0"/>
              <a:buChar char="•"/>
            </a:pPr>
            <a:r>
              <a:rPr lang="en-GB" sz="1200" spc="-20" noProof="0" dirty="0"/>
              <a:t>Lubrication cycle starts from the beginning every time that BEE is turn on (</a:t>
            </a:r>
            <a:r>
              <a:rPr lang="en-GB" sz="1200" b="1" spc="-20" noProof="0" dirty="0">
                <a:effectLst>
                  <a:outerShdw blurRad="38100" dist="38100" dir="2700000" algn="tl">
                    <a:srgbClr val="000000">
                      <a:alpha val="43137"/>
                    </a:srgbClr>
                  </a:outerShdw>
                </a:effectLst>
              </a:rPr>
              <a:t>NO “MEMORY”</a:t>
            </a:r>
            <a:r>
              <a:rPr lang="en-GB" sz="1200" spc="-20" noProof="0" dirty="0"/>
              <a:t>)</a:t>
            </a:r>
          </a:p>
          <a:p>
            <a:pPr marL="174625" indent="-174625" algn="l">
              <a:buFont typeface="Arial" panose="020B0604020202020204" pitchFamily="34" charset="0"/>
              <a:buChar char="•"/>
            </a:pPr>
            <a:r>
              <a:rPr lang="en-GB" sz="1200" spc="-20" noProof="0" dirty="0"/>
              <a:t>OEM or SH check if run time (nr of strokes) should be reduced in order to avoid unnecessary over-pressure (after testing, it is confirmed that less than 15 pump strokes are required) and adjust number of strokes at the BEE controller accordingly</a:t>
            </a:r>
          </a:p>
          <a:p>
            <a:pPr marL="174625" indent="-174625" algn="l">
              <a:buFont typeface="Arial" panose="020B0604020202020204" pitchFamily="34" charset="0"/>
              <a:buChar char="•"/>
            </a:pPr>
            <a:r>
              <a:rPr lang="en-GB" sz="1200" spc="-20" noProof="0" dirty="0"/>
              <a:t>OEM or SH can make BEE run continuously for the initial filling</a:t>
            </a:r>
            <a:r>
              <a:rPr lang="en-GB" sz="1200" spc="-20" dirty="0"/>
              <a:t> of the ALS. </a:t>
            </a:r>
            <a:r>
              <a:rPr lang="en-GB" sz="1200" b="1" i="1" spc="-20" dirty="0"/>
              <a:t>Start-up time </a:t>
            </a:r>
            <a:r>
              <a:rPr lang="en-GB" sz="1200" spc="-20" dirty="0"/>
              <a:t>is set up at the machine PLC. BEE runs during that time alternating maximum number of strokes (15) and motor-minimum pause time (5 minutes)</a:t>
            </a:r>
          </a:p>
          <a:p>
            <a:pPr marL="174625" indent="-174625" algn="l">
              <a:buFont typeface="Arial" panose="020B0604020202020204" pitchFamily="34" charset="0"/>
              <a:buChar char="•"/>
            </a:pPr>
            <a:r>
              <a:rPr lang="en-GB" sz="1200" b="1" i="1" spc="-20" dirty="0"/>
              <a:t>Alarm signals </a:t>
            </a:r>
            <a:r>
              <a:rPr lang="en-GB" sz="1200" spc="-20" noProof="0" dirty="0"/>
              <a:t>from BEE (level switch or electrical peak) is transmitted to machine PLC </a:t>
            </a:r>
            <a:r>
              <a:rPr lang="en-GB" sz="1200" spc="-20" dirty="0"/>
              <a:t>as just one alarm signal</a:t>
            </a:r>
          </a:p>
          <a:p>
            <a:pPr marL="174625" indent="-174625" algn="l">
              <a:buFont typeface="Arial" panose="020B0604020202020204" pitchFamily="34" charset="0"/>
              <a:buChar char="•"/>
            </a:pPr>
            <a:r>
              <a:rPr lang="en-GB" sz="1200" b="1" i="1" spc="-20" dirty="0"/>
              <a:t>Pressure switch</a:t>
            </a:r>
            <a:r>
              <a:rPr lang="en-GB" sz="1200" spc="-20" dirty="0"/>
              <a:t> (Single Line pump) or </a:t>
            </a:r>
            <a:r>
              <a:rPr lang="en-GB" sz="1200" b="1" i="1" spc="-20" dirty="0"/>
              <a:t>Piston detector </a:t>
            </a:r>
            <a:r>
              <a:rPr lang="en-GB" sz="1200" spc="-20" dirty="0"/>
              <a:t>(Progressive) can be connected to machine PLC. Machine PLC turns power supply to BEE off once signal from Pressure switch or Piston detector is received, in order to finish the lubrication cycle</a:t>
            </a:r>
            <a:endParaRPr lang="en-GB" sz="1200" spc="-20" noProof="0" dirty="0"/>
          </a:p>
        </p:txBody>
      </p:sp>
      <p:sp>
        <p:nvSpPr>
          <p:cNvPr id="3" name="TextBox 2">
            <a:extLst>
              <a:ext uri="{FF2B5EF4-FFF2-40B4-BE49-F238E27FC236}">
                <a16:creationId xmlns:a16="http://schemas.microsoft.com/office/drawing/2014/main" id="{433B968D-2F62-9DE4-FE3E-B1772A03559E}"/>
              </a:ext>
            </a:extLst>
          </p:cNvPr>
          <p:cNvSpPr txBox="1"/>
          <p:nvPr/>
        </p:nvSpPr>
        <p:spPr>
          <a:xfrm>
            <a:off x="193675" y="4385538"/>
            <a:ext cx="8155665" cy="352716"/>
          </a:xfrm>
          <a:prstGeom prst="rect">
            <a:avLst/>
          </a:prstGeom>
          <a:solidFill>
            <a:schemeClr val="bg1">
              <a:lumMod val="85000"/>
            </a:schemeClr>
          </a:solidFill>
          <a:ln>
            <a:solidFill>
              <a:schemeClr val="tx1">
                <a:lumMod val="75000"/>
                <a:lumOff val="25000"/>
              </a:schemeClr>
            </a:solidFill>
          </a:ln>
        </p:spPr>
        <p:txBody>
          <a:bodyPr wrap="square" lIns="36000" tIns="36000" rIns="36000" bIns="36000" rtlCol="0" anchor="ctr">
            <a:spAutoFit/>
          </a:bodyPr>
          <a:lstStyle/>
          <a:p>
            <a:pPr>
              <a:lnSpc>
                <a:spcPct val="107000"/>
              </a:lnSpc>
            </a:pPr>
            <a:r>
              <a:rPr lang="en-GB" spc="-20" noProof="0" dirty="0">
                <a:solidFill>
                  <a:schemeClr val="accent5"/>
                </a:solidFill>
              </a:rPr>
              <a:t>Lube Cycle defined and controlled at BEE controller – </a:t>
            </a:r>
            <a:r>
              <a:rPr lang="en-GB" b="1" i="1" spc="-20" dirty="0">
                <a:solidFill>
                  <a:schemeClr val="accent1"/>
                </a:solidFill>
                <a:effectLst>
                  <a:outerShdw blurRad="38100" dist="38100" dir="2700000" algn="tl">
                    <a:srgbClr val="000000">
                      <a:alpha val="43137"/>
                    </a:srgbClr>
                  </a:outerShdw>
                </a:effectLst>
              </a:rPr>
              <a:t>Stand Alone</a:t>
            </a:r>
          </a:p>
        </p:txBody>
      </p:sp>
      <p:sp>
        <p:nvSpPr>
          <p:cNvPr id="6" name="TextBox 5">
            <a:extLst>
              <a:ext uri="{FF2B5EF4-FFF2-40B4-BE49-F238E27FC236}">
                <a16:creationId xmlns:a16="http://schemas.microsoft.com/office/drawing/2014/main" id="{906B93C5-A312-AD64-E1BC-95DAC62C0D36}"/>
              </a:ext>
            </a:extLst>
          </p:cNvPr>
          <p:cNvSpPr txBox="1"/>
          <p:nvPr/>
        </p:nvSpPr>
        <p:spPr>
          <a:xfrm>
            <a:off x="193675" y="4828477"/>
            <a:ext cx="8155661" cy="1661993"/>
          </a:xfrm>
          <a:prstGeom prst="rect">
            <a:avLst/>
          </a:prstGeom>
          <a:noFill/>
        </p:spPr>
        <p:txBody>
          <a:bodyPr wrap="square" lIns="0" tIns="0" rIns="0" bIns="0" rtlCol="0">
            <a:spAutoFit/>
          </a:bodyPr>
          <a:lstStyle/>
          <a:p>
            <a:pPr marL="174625" indent="-174625" algn="l">
              <a:buFont typeface="Arial" panose="020B0604020202020204" pitchFamily="34" charset="0"/>
              <a:buChar char="•"/>
            </a:pPr>
            <a:r>
              <a:rPr lang="en-GB" sz="1200" spc="-20" noProof="0" dirty="0"/>
              <a:t>Run and Pause time set up at BEE controller at any time by user</a:t>
            </a:r>
          </a:p>
          <a:p>
            <a:pPr marL="174625" indent="-174625" algn="l">
              <a:buFont typeface="Arial" panose="020B0604020202020204" pitchFamily="34" charset="0"/>
              <a:buChar char="•"/>
            </a:pPr>
            <a:r>
              <a:rPr lang="en-GB" sz="1200" spc="-20" dirty="0"/>
              <a:t>BEE just need power supply (24 V)</a:t>
            </a:r>
            <a:endParaRPr lang="en-GB" sz="1200" spc="-20" noProof="0" dirty="0"/>
          </a:p>
          <a:p>
            <a:pPr marL="174625" indent="-174625">
              <a:buFont typeface="Arial" panose="020B0604020202020204" pitchFamily="34" charset="0"/>
              <a:buChar char="•"/>
            </a:pPr>
            <a:r>
              <a:rPr lang="en-GB" sz="1200" spc="-20" noProof="0" dirty="0"/>
              <a:t>BEE controller has </a:t>
            </a:r>
            <a:r>
              <a:rPr lang="en-GB" sz="1200" spc="-20" dirty="0"/>
              <a:t>“</a:t>
            </a:r>
            <a:r>
              <a:rPr lang="en-GB" sz="1200" b="1" spc="-20" dirty="0">
                <a:effectLst>
                  <a:outerShdw blurRad="38100" dist="38100" dir="2700000" algn="tl">
                    <a:srgbClr val="000000">
                      <a:alpha val="43137"/>
                    </a:srgbClr>
                  </a:outerShdw>
                </a:effectLst>
              </a:rPr>
              <a:t>MEMORY</a:t>
            </a:r>
            <a:r>
              <a:rPr lang="en-GB" sz="1200" spc="-20" dirty="0"/>
              <a:t>”. If run time or pause time is interrupted, the lubrication continuous at the point where the pump function was interrupted. Pump does not start a new lubrication cycle.</a:t>
            </a:r>
          </a:p>
          <a:p>
            <a:pPr marL="174625" indent="-174625">
              <a:buFont typeface="Arial" panose="020B0604020202020204" pitchFamily="34" charset="0"/>
              <a:buChar char="•"/>
            </a:pPr>
            <a:r>
              <a:rPr lang="en-GB" sz="1200" spc="-20" dirty="0"/>
              <a:t>End User uses “</a:t>
            </a:r>
            <a:r>
              <a:rPr lang="en-GB" sz="1200" b="1" i="1" spc="-20" dirty="0"/>
              <a:t>start up</a:t>
            </a:r>
            <a:r>
              <a:rPr lang="en-GB" sz="1200" spc="-20" dirty="0"/>
              <a:t>” mode for the initial filling of the ALS, which enables BEE to run continuously. alternating maximum number of strokes (15) and motor-minimum pause time (5 minutes) during 1 hour (around 30 lubrication cycles)</a:t>
            </a:r>
          </a:p>
          <a:p>
            <a:pPr marL="174625" indent="-174625">
              <a:buFont typeface="Arial" panose="020B0604020202020204" pitchFamily="34" charset="0"/>
              <a:buChar char="•"/>
            </a:pPr>
            <a:r>
              <a:rPr lang="en-GB" sz="1200" b="1" i="1" spc="-20" dirty="0"/>
              <a:t>Alarm signals </a:t>
            </a:r>
            <a:r>
              <a:rPr lang="en-GB" sz="1200" spc="-20" dirty="0"/>
              <a:t>(level switch or electrical peak) are visualized at BEE controller display</a:t>
            </a:r>
          </a:p>
          <a:p>
            <a:pPr marL="174625" indent="-174625">
              <a:buFont typeface="Arial" panose="020B0604020202020204" pitchFamily="34" charset="0"/>
              <a:buChar char="•"/>
            </a:pPr>
            <a:r>
              <a:rPr lang="en-GB" sz="1200" b="1" i="1" spc="-20" dirty="0"/>
              <a:t>Pressure switch</a:t>
            </a:r>
            <a:r>
              <a:rPr lang="en-GB" sz="1200" spc="-20" dirty="0"/>
              <a:t> (Single Line pump) or </a:t>
            </a:r>
            <a:r>
              <a:rPr lang="en-GB" sz="1200" b="1" i="1" spc="-20" dirty="0"/>
              <a:t>Piston detector </a:t>
            </a:r>
            <a:r>
              <a:rPr lang="en-GB" sz="1200" spc="-20" dirty="0"/>
              <a:t>(Progressive) cannot be used</a:t>
            </a:r>
            <a:endParaRPr lang="en-GB" sz="1200" spc="-20" noProof="0" dirty="0"/>
          </a:p>
        </p:txBody>
      </p:sp>
      <p:sp>
        <p:nvSpPr>
          <p:cNvPr id="5" name="TextBox 4">
            <a:extLst>
              <a:ext uri="{FF2B5EF4-FFF2-40B4-BE49-F238E27FC236}">
                <a16:creationId xmlns:a16="http://schemas.microsoft.com/office/drawing/2014/main" id="{57072E7B-1960-D208-0341-26B056C078BF}"/>
              </a:ext>
            </a:extLst>
          </p:cNvPr>
          <p:cNvSpPr txBox="1"/>
          <p:nvPr/>
        </p:nvSpPr>
        <p:spPr>
          <a:xfrm>
            <a:off x="8588837" y="5043559"/>
            <a:ext cx="3409486" cy="1200329"/>
          </a:xfrm>
          <a:prstGeom prst="rect">
            <a:avLst/>
          </a:prstGeom>
          <a:noFill/>
        </p:spPr>
        <p:txBody>
          <a:bodyPr wrap="square">
            <a:spAutoFit/>
          </a:bodyPr>
          <a:lstStyle/>
          <a:p>
            <a:pPr algn="l"/>
            <a:r>
              <a:rPr lang="en-GB" sz="1800" spc="-20" noProof="0" dirty="0"/>
              <a:t>Pre-requisite: AE must always check that maximum lubricant demand from whole ALS is &lt; 2,25 cc</a:t>
            </a:r>
          </a:p>
        </p:txBody>
      </p:sp>
    </p:spTree>
    <p:extLst>
      <p:ext uri="{BB962C8B-B14F-4D97-AF65-F5344CB8AC3E}">
        <p14:creationId xmlns:p14="http://schemas.microsoft.com/office/powerpoint/2010/main" val="3480022300"/>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0B71E-039A-22B2-BAE2-CFE71777C64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9BE96CD-96F0-7DBB-730A-F95E95965F0E}"/>
              </a:ext>
            </a:extLst>
          </p:cNvPr>
          <p:cNvPicPr>
            <a:picLocks noChangeAspect="1"/>
          </p:cNvPicPr>
          <p:nvPr/>
        </p:nvPicPr>
        <p:blipFill>
          <a:blip r:embed="rId2"/>
          <a:stretch>
            <a:fillRect/>
          </a:stretch>
        </p:blipFill>
        <p:spPr>
          <a:xfrm>
            <a:off x="5003606" y="3120951"/>
            <a:ext cx="2342223" cy="2304829"/>
          </a:xfrm>
          <a:prstGeom prst="rect">
            <a:avLst/>
          </a:prstGeom>
        </p:spPr>
      </p:pic>
      <p:pic>
        <p:nvPicPr>
          <p:cNvPr id="8" name="Picture 7">
            <a:extLst>
              <a:ext uri="{FF2B5EF4-FFF2-40B4-BE49-F238E27FC236}">
                <a16:creationId xmlns:a16="http://schemas.microsoft.com/office/drawing/2014/main" id="{EA900F51-BBAE-9DA1-FA12-45A58F8F37B4}"/>
              </a:ext>
            </a:extLst>
          </p:cNvPr>
          <p:cNvPicPr>
            <a:picLocks noChangeAspect="1"/>
          </p:cNvPicPr>
          <p:nvPr/>
        </p:nvPicPr>
        <p:blipFill>
          <a:blip r:embed="rId3"/>
          <a:srcRect l="5069" t="3360" b="6577"/>
          <a:stretch>
            <a:fillRect/>
          </a:stretch>
        </p:blipFill>
        <p:spPr>
          <a:xfrm>
            <a:off x="10222997" y="2187485"/>
            <a:ext cx="1212791" cy="1691335"/>
          </a:xfrm>
          <a:prstGeom prst="rect">
            <a:avLst/>
          </a:prstGeom>
        </p:spPr>
      </p:pic>
      <p:cxnSp>
        <p:nvCxnSpPr>
          <p:cNvPr id="17" name="Connector: Elbow 16">
            <a:extLst>
              <a:ext uri="{FF2B5EF4-FFF2-40B4-BE49-F238E27FC236}">
                <a16:creationId xmlns:a16="http://schemas.microsoft.com/office/drawing/2014/main" id="{BFEB53F2-B96E-FD85-3B34-0ECAB06E7C00}"/>
              </a:ext>
            </a:extLst>
          </p:cNvPr>
          <p:cNvCxnSpPr>
            <a:cxnSpLocks/>
            <a:stCxn id="8" idx="2"/>
          </p:cNvCxnSpPr>
          <p:nvPr/>
        </p:nvCxnSpPr>
        <p:spPr>
          <a:xfrm rot="5400000">
            <a:off x="8647294" y="2494347"/>
            <a:ext cx="797626" cy="3566572"/>
          </a:xfrm>
          <a:prstGeom prst="bentConnector2">
            <a:avLst/>
          </a:prstGeom>
          <a:ln w="127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D40AE3E7-CE7F-C98B-E3ED-9F7B1592EB37}"/>
              </a:ext>
            </a:extLst>
          </p:cNvPr>
          <p:cNvPicPr>
            <a:picLocks noChangeAspect="1"/>
          </p:cNvPicPr>
          <p:nvPr/>
        </p:nvPicPr>
        <p:blipFill>
          <a:blip r:embed="rId4"/>
          <a:srcRect l="44216" t="391" b="1"/>
          <a:stretch>
            <a:fillRect/>
          </a:stretch>
        </p:blipFill>
        <p:spPr>
          <a:xfrm rot="10800000">
            <a:off x="7305890" y="4054152"/>
            <a:ext cx="435880" cy="563803"/>
          </a:xfrm>
          <a:prstGeom prst="rect">
            <a:avLst/>
          </a:prstGeom>
        </p:spPr>
      </p:pic>
      <p:sp>
        <p:nvSpPr>
          <p:cNvPr id="33" name="TextBox 32">
            <a:extLst>
              <a:ext uri="{FF2B5EF4-FFF2-40B4-BE49-F238E27FC236}">
                <a16:creationId xmlns:a16="http://schemas.microsoft.com/office/drawing/2014/main" id="{1F9BA101-B6DD-4879-C3B6-F4E80DE241A2}"/>
              </a:ext>
            </a:extLst>
          </p:cNvPr>
          <p:cNvSpPr txBox="1"/>
          <p:nvPr/>
        </p:nvSpPr>
        <p:spPr>
          <a:xfrm>
            <a:off x="10036464" y="1845689"/>
            <a:ext cx="1358754" cy="246221"/>
          </a:xfrm>
          <a:prstGeom prst="rect">
            <a:avLst/>
          </a:prstGeom>
          <a:noFill/>
        </p:spPr>
        <p:txBody>
          <a:bodyPr wrap="square" lIns="0" tIns="0" rIns="0" bIns="0" rtlCol="0">
            <a:spAutoFit/>
          </a:bodyPr>
          <a:lstStyle/>
          <a:p>
            <a:pPr algn="l">
              <a:spcBef>
                <a:spcPts val="1200"/>
              </a:spcBef>
            </a:pPr>
            <a:r>
              <a:rPr lang="en-IN" sz="1600" spc="-20" dirty="0"/>
              <a:t>Machine PLC </a:t>
            </a:r>
          </a:p>
        </p:txBody>
      </p:sp>
      <p:sp>
        <p:nvSpPr>
          <p:cNvPr id="36" name="TextBox 35">
            <a:extLst>
              <a:ext uri="{FF2B5EF4-FFF2-40B4-BE49-F238E27FC236}">
                <a16:creationId xmlns:a16="http://schemas.microsoft.com/office/drawing/2014/main" id="{D4BBE66A-80ED-E207-29F0-00A87A856C6A}"/>
              </a:ext>
            </a:extLst>
          </p:cNvPr>
          <p:cNvSpPr txBox="1"/>
          <p:nvPr/>
        </p:nvSpPr>
        <p:spPr>
          <a:xfrm>
            <a:off x="5939123" y="2822536"/>
            <a:ext cx="1096258" cy="246221"/>
          </a:xfrm>
          <a:prstGeom prst="rect">
            <a:avLst/>
          </a:prstGeom>
          <a:noFill/>
        </p:spPr>
        <p:txBody>
          <a:bodyPr wrap="square" lIns="0" tIns="0" rIns="0" bIns="0" rtlCol="0">
            <a:spAutoFit/>
          </a:bodyPr>
          <a:lstStyle/>
          <a:p>
            <a:pPr algn="ctr">
              <a:spcBef>
                <a:spcPts val="1200"/>
              </a:spcBef>
            </a:pPr>
            <a:r>
              <a:rPr lang="en-IN" sz="1600" b="1" spc="-20" dirty="0"/>
              <a:t>BEE Pump</a:t>
            </a:r>
          </a:p>
        </p:txBody>
      </p:sp>
      <p:sp>
        <p:nvSpPr>
          <p:cNvPr id="61" name="TextBox 60">
            <a:extLst>
              <a:ext uri="{FF2B5EF4-FFF2-40B4-BE49-F238E27FC236}">
                <a16:creationId xmlns:a16="http://schemas.microsoft.com/office/drawing/2014/main" id="{EC213F5C-B976-92ED-2D6F-418DDF269BBC}"/>
              </a:ext>
            </a:extLst>
          </p:cNvPr>
          <p:cNvSpPr txBox="1"/>
          <p:nvPr/>
        </p:nvSpPr>
        <p:spPr>
          <a:xfrm>
            <a:off x="7876765" y="4099229"/>
            <a:ext cx="907648" cy="430887"/>
          </a:xfrm>
          <a:prstGeom prst="rect">
            <a:avLst/>
          </a:prstGeom>
          <a:noFill/>
        </p:spPr>
        <p:txBody>
          <a:bodyPr wrap="square" lIns="0" tIns="0" rIns="0" bIns="0" rtlCol="0">
            <a:spAutoFit/>
          </a:bodyPr>
          <a:lstStyle/>
          <a:p>
            <a:pPr algn="l">
              <a:spcBef>
                <a:spcPts val="1200"/>
              </a:spcBef>
            </a:pPr>
            <a:r>
              <a:rPr lang="en-IN" sz="1400" spc="-20" dirty="0"/>
              <a:t>Male pins in pump</a:t>
            </a:r>
          </a:p>
        </p:txBody>
      </p:sp>
      <p:sp>
        <p:nvSpPr>
          <p:cNvPr id="62" name="TextBox 61">
            <a:extLst>
              <a:ext uri="{FF2B5EF4-FFF2-40B4-BE49-F238E27FC236}">
                <a16:creationId xmlns:a16="http://schemas.microsoft.com/office/drawing/2014/main" id="{F53C79FC-3372-3182-A8EC-B5ABB99E7F91}"/>
              </a:ext>
            </a:extLst>
          </p:cNvPr>
          <p:cNvSpPr txBox="1"/>
          <p:nvPr/>
        </p:nvSpPr>
        <p:spPr>
          <a:xfrm>
            <a:off x="10914124" y="4072674"/>
            <a:ext cx="1005733" cy="430887"/>
          </a:xfrm>
          <a:prstGeom prst="rect">
            <a:avLst/>
          </a:prstGeom>
          <a:noFill/>
        </p:spPr>
        <p:txBody>
          <a:bodyPr wrap="square" lIns="0" tIns="0" rIns="0" bIns="0" rtlCol="0">
            <a:spAutoFit/>
          </a:bodyPr>
          <a:lstStyle/>
          <a:p>
            <a:pPr algn="l">
              <a:spcBef>
                <a:spcPts val="1200"/>
              </a:spcBef>
            </a:pPr>
            <a:r>
              <a:rPr lang="en-IN" sz="1400" spc="-20" dirty="0"/>
              <a:t>Female pins from PLC</a:t>
            </a:r>
          </a:p>
        </p:txBody>
      </p:sp>
      <p:sp>
        <p:nvSpPr>
          <p:cNvPr id="63" name="TextBox 62">
            <a:extLst>
              <a:ext uri="{FF2B5EF4-FFF2-40B4-BE49-F238E27FC236}">
                <a16:creationId xmlns:a16="http://schemas.microsoft.com/office/drawing/2014/main" id="{AFA47999-3FDB-7A7F-7602-4786F412B80B}"/>
              </a:ext>
            </a:extLst>
          </p:cNvPr>
          <p:cNvSpPr txBox="1"/>
          <p:nvPr/>
        </p:nvSpPr>
        <p:spPr>
          <a:xfrm>
            <a:off x="8606013" y="4731516"/>
            <a:ext cx="3259414" cy="1642364"/>
          </a:xfrm>
          <a:prstGeom prst="rect">
            <a:avLst/>
          </a:prstGeom>
          <a:noFill/>
          <a:ln>
            <a:solidFill>
              <a:schemeClr val="bg1">
                <a:lumMod val="65000"/>
              </a:schemeClr>
            </a:solidFill>
          </a:ln>
        </p:spPr>
        <p:txBody>
          <a:bodyPr wrap="square" lIns="36000" tIns="36000" rIns="36000" bIns="36000" rtlCol="0">
            <a:spAutoFit/>
          </a:bodyPr>
          <a:lstStyle/>
          <a:p>
            <a:pPr>
              <a:spcBef>
                <a:spcPts val="1200"/>
              </a:spcBef>
            </a:pPr>
            <a:r>
              <a:rPr lang="en-IN" sz="1400" b="1" spc="-20" dirty="0"/>
              <a:t>4 core cable:</a:t>
            </a:r>
          </a:p>
          <a:p>
            <a:pPr>
              <a:spcBef>
                <a:spcPts val="1200"/>
              </a:spcBef>
            </a:pPr>
            <a:r>
              <a:rPr lang="en-IN" sz="1200" b="1" spc="-20" dirty="0"/>
              <a:t>Pin 1</a:t>
            </a:r>
            <a:r>
              <a:rPr lang="en-IN" sz="1200" spc="-20" dirty="0"/>
              <a:t>:  Power 24V</a:t>
            </a:r>
          </a:p>
          <a:p>
            <a:pPr>
              <a:spcBef>
                <a:spcPts val="1200"/>
              </a:spcBef>
            </a:pPr>
            <a:r>
              <a:rPr lang="en-IN" sz="1200" b="1" spc="-20" dirty="0"/>
              <a:t>Pin 2</a:t>
            </a:r>
            <a:r>
              <a:rPr lang="en-IN" sz="1200" spc="-20" dirty="0"/>
              <a:t>:  Input to BEE controller</a:t>
            </a:r>
          </a:p>
          <a:p>
            <a:pPr>
              <a:spcBef>
                <a:spcPts val="1200"/>
              </a:spcBef>
            </a:pPr>
            <a:r>
              <a:rPr lang="en-IN" sz="1200" b="1" spc="-20" dirty="0"/>
              <a:t>Pin 3 </a:t>
            </a:r>
            <a:r>
              <a:rPr lang="en-IN" sz="1200" spc="-20" dirty="0"/>
              <a:t>: Ground</a:t>
            </a:r>
          </a:p>
          <a:p>
            <a:pPr>
              <a:spcBef>
                <a:spcPts val="1200"/>
              </a:spcBef>
            </a:pPr>
            <a:r>
              <a:rPr lang="en-IN" sz="1200" b="1" spc="-20" dirty="0"/>
              <a:t>Pin 4 </a:t>
            </a:r>
            <a:r>
              <a:rPr lang="en-IN" sz="1200" spc="-20" dirty="0"/>
              <a:t>: Input to PLC (Low level, Motor overload)</a:t>
            </a:r>
          </a:p>
        </p:txBody>
      </p:sp>
      <p:sp>
        <p:nvSpPr>
          <p:cNvPr id="1027" name="TextBox 1026">
            <a:extLst>
              <a:ext uri="{FF2B5EF4-FFF2-40B4-BE49-F238E27FC236}">
                <a16:creationId xmlns:a16="http://schemas.microsoft.com/office/drawing/2014/main" id="{E2467170-F8FF-FF3D-4FCD-8691BE983AA2}"/>
              </a:ext>
            </a:extLst>
          </p:cNvPr>
          <p:cNvSpPr txBox="1"/>
          <p:nvPr/>
        </p:nvSpPr>
        <p:spPr>
          <a:xfrm>
            <a:off x="6349119" y="1362728"/>
            <a:ext cx="3506358" cy="169277"/>
          </a:xfrm>
          <a:prstGeom prst="rect">
            <a:avLst/>
          </a:prstGeom>
          <a:noFill/>
        </p:spPr>
        <p:txBody>
          <a:bodyPr wrap="square" lIns="0" tIns="0" rIns="0" bIns="0" rtlCol="0">
            <a:spAutoFit/>
          </a:bodyPr>
          <a:lstStyle/>
          <a:p>
            <a:pPr algn="ctr">
              <a:spcBef>
                <a:spcPts val="1200"/>
              </a:spcBef>
            </a:pPr>
            <a:r>
              <a:rPr lang="en-IN" sz="1100" spc="-20" dirty="0"/>
              <a:t>Feedback signal 24V DC to PLC</a:t>
            </a:r>
          </a:p>
        </p:txBody>
      </p:sp>
      <p:sp>
        <p:nvSpPr>
          <p:cNvPr id="1032" name="TextBox 1031">
            <a:extLst>
              <a:ext uri="{FF2B5EF4-FFF2-40B4-BE49-F238E27FC236}">
                <a16:creationId xmlns:a16="http://schemas.microsoft.com/office/drawing/2014/main" id="{DE6C6B39-E236-B14D-D18D-A9730E49BD20}"/>
              </a:ext>
            </a:extLst>
          </p:cNvPr>
          <p:cNvSpPr txBox="1"/>
          <p:nvPr/>
        </p:nvSpPr>
        <p:spPr>
          <a:xfrm>
            <a:off x="7103222" y="2187485"/>
            <a:ext cx="1780438" cy="1292662"/>
          </a:xfrm>
          <a:prstGeom prst="rect">
            <a:avLst/>
          </a:prstGeom>
          <a:solidFill>
            <a:schemeClr val="bg1">
              <a:lumMod val="95000"/>
            </a:schemeClr>
          </a:solidFill>
          <a:ln>
            <a:solidFill>
              <a:schemeClr val="bg1">
                <a:lumMod val="65000"/>
              </a:schemeClr>
            </a:solidFill>
          </a:ln>
        </p:spPr>
        <p:txBody>
          <a:bodyPr wrap="square">
            <a:spAutoFit/>
          </a:bodyPr>
          <a:lstStyle/>
          <a:p>
            <a:pPr>
              <a:spcBef>
                <a:spcPts val="1200"/>
              </a:spcBef>
            </a:pPr>
            <a:r>
              <a:rPr lang="en-IN" sz="1200" b="1" u="sng" spc="-20" dirty="0"/>
              <a:t>Factory settings:</a:t>
            </a:r>
          </a:p>
          <a:p>
            <a:pPr algn="l">
              <a:spcBef>
                <a:spcPts val="1200"/>
              </a:spcBef>
            </a:pPr>
            <a:r>
              <a:rPr lang="en-IN" sz="1200" spc="-20" dirty="0"/>
              <a:t>Single line mode</a:t>
            </a:r>
          </a:p>
          <a:p>
            <a:pPr algn="l">
              <a:spcBef>
                <a:spcPts val="1200"/>
              </a:spcBef>
            </a:pPr>
            <a:r>
              <a:rPr lang="en-IN" sz="1200" spc="-20" dirty="0"/>
              <a:t>Max. Stroke 15</a:t>
            </a:r>
          </a:p>
          <a:p>
            <a:pPr algn="l">
              <a:spcBef>
                <a:spcPts val="1200"/>
              </a:spcBef>
            </a:pPr>
            <a:r>
              <a:rPr lang="en-IN" sz="1200" spc="-20" dirty="0"/>
              <a:t>Pause time : 100 hours</a:t>
            </a:r>
          </a:p>
        </p:txBody>
      </p:sp>
      <p:pic>
        <p:nvPicPr>
          <p:cNvPr id="4" name="Picture 3">
            <a:extLst>
              <a:ext uri="{FF2B5EF4-FFF2-40B4-BE49-F238E27FC236}">
                <a16:creationId xmlns:a16="http://schemas.microsoft.com/office/drawing/2014/main" id="{393F8304-427E-DB4A-8457-DC832BA1844E}"/>
              </a:ext>
            </a:extLst>
          </p:cNvPr>
          <p:cNvPicPr>
            <a:picLocks noChangeAspect="1"/>
          </p:cNvPicPr>
          <p:nvPr/>
        </p:nvPicPr>
        <p:blipFill>
          <a:blip r:embed="rId4"/>
          <a:srcRect r="52857" b="18030"/>
          <a:stretch>
            <a:fillRect/>
          </a:stretch>
        </p:blipFill>
        <p:spPr>
          <a:xfrm rot="10800000">
            <a:off x="10356722" y="4003128"/>
            <a:ext cx="435883" cy="549010"/>
          </a:xfrm>
          <a:prstGeom prst="rect">
            <a:avLst/>
          </a:prstGeom>
        </p:spPr>
      </p:pic>
      <p:cxnSp>
        <p:nvCxnSpPr>
          <p:cNvPr id="18" name="Connector: Elbow 17">
            <a:extLst>
              <a:ext uri="{FF2B5EF4-FFF2-40B4-BE49-F238E27FC236}">
                <a16:creationId xmlns:a16="http://schemas.microsoft.com/office/drawing/2014/main" id="{F7E8759C-1BEA-4BD9-FA3C-CDC46AED4B8D}"/>
              </a:ext>
            </a:extLst>
          </p:cNvPr>
          <p:cNvCxnSpPr>
            <a:cxnSpLocks/>
            <a:endCxn id="8" idx="0"/>
          </p:cNvCxnSpPr>
          <p:nvPr/>
        </p:nvCxnSpPr>
        <p:spPr>
          <a:xfrm>
            <a:off x="1956816" y="1358250"/>
            <a:ext cx="8872577" cy="829235"/>
          </a:xfrm>
          <a:prstGeom prst="bentConnector2">
            <a:avLst/>
          </a:prstGeom>
          <a:ln w="127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
        <p:nvSpPr>
          <p:cNvPr id="41" name="Arrow: Right 40">
            <a:extLst>
              <a:ext uri="{FF2B5EF4-FFF2-40B4-BE49-F238E27FC236}">
                <a16:creationId xmlns:a16="http://schemas.microsoft.com/office/drawing/2014/main" id="{15DBDD9C-B274-45A2-D412-2B42E5FA6C53}"/>
              </a:ext>
            </a:extLst>
          </p:cNvPr>
          <p:cNvSpPr/>
          <p:nvPr/>
        </p:nvSpPr>
        <p:spPr>
          <a:xfrm rot="10800000">
            <a:off x="8167184" y="5147483"/>
            <a:ext cx="339460" cy="185531"/>
          </a:xfrm>
          <a:prstGeom prst="rightArrow">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7000"/>
              </a:lnSpc>
              <a:spcBef>
                <a:spcPts val="1200"/>
              </a:spcBef>
            </a:pPr>
            <a:endParaRPr lang="en-GB" sz="1600" spc="-20" dirty="0"/>
          </a:p>
        </p:txBody>
      </p:sp>
      <p:sp>
        <p:nvSpPr>
          <p:cNvPr id="42" name="Arrow: Right 41">
            <a:extLst>
              <a:ext uri="{FF2B5EF4-FFF2-40B4-BE49-F238E27FC236}">
                <a16:creationId xmlns:a16="http://schemas.microsoft.com/office/drawing/2014/main" id="{BDCA5CA3-4140-D88D-B7D6-27A116B2C5CD}"/>
              </a:ext>
            </a:extLst>
          </p:cNvPr>
          <p:cNvSpPr/>
          <p:nvPr/>
        </p:nvSpPr>
        <p:spPr>
          <a:xfrm rot="10800000">
            <a:off x="8167184" y="5469324"/>
            <a:ext cx="339460" cy="185531"/>
          </a:xfrm>
          <a:prstGeom prst="rightArrow">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7000"/>
              </a:lnSpc>
              <a:spcBef>
                <a:spcPts val="1200"/>
              </a:spcBef>
            </a:pPr>
            <a:endParaRPr lang="en-GB" sz="1600" spc="-20" dirty="0"/>
          </a:p>
        </p:txBody>
      </p:sp>
      <p:sp>
        <p:nvSpPr>
          <p:cNvPr id="43" name="Arrow: Right 42">
            <a:extLst>
              <a:ext uri="{FF2B5EF4-FFF2-40B4-BE49-F238E27FC236}">
                <a16:creationId xmlns:a16="http://schemas.microsoft.com/office/drawing/2014/main" id="{B5599A2A-C0D9-65BB-FB22-AF0F45ACEA03}"/>
              </a:ext>
            </a:extLst>
          </p:cNvPr>
          <p:cNvSpPr/>
          <p:nvPr/>
        </p:nvSpPr>
        <p:spPr>
          <a:xfrm rot="10800000">
            <a:off x="8167184" y="5801170"/>
            <a:ext cx="339460" cy="185531"/>
          </a:xfrm>
          <a:prstGeom prst="rightArrow">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7000"/>
              </a:lnSpc>
              <a:spcBef>
                <a:spcPts val="1200"/>
              </a:spcBef>
            </a:pPr>
            <a:endParaRPr lang="en-GB" sz="1600" spc="-20" dirty="0"/>
          </a:p>
        </p:txBody>
      </p:sp>
      <p:sp>
        <p:nvSpPr>
          <p:cNvPr id="44" name="Arrow: Right 43">
            <a:extLst>
              <a:ext uri="{FF2B5EF4-FFF2-40B4-BE49-F238E27FC236}">
                <a16:creationId xmlns:a16="http://schemas.microsoft.com/office/drawing/2014/main" id="{17B1CC55-CC39-0320-6419-E6A5A0DC56C0}"/>
              </a:ext>
            </a:extLst>
          </p:cNvPr>
          <p:cNvSpPr/>
          <p:nvPr/>
        </p:nvSpPr>
        <p:spPr>
          <a:xfrm>
            <a:off x="8167184" y="6127820"/>
            <a:ext cx="339460" cy="185531"/>
          </a:xfrm>
          <a:prstGeom prst="rightArrow">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7000"/>
              </a:lnSpc>
              <a:spcBef>
                <a:spcPts val="1200"/>
              </a:spcBef>
            </a:pPr>
            <a:endParaRPr lang="en-GB" sz="1600" spc="-20" dirty="0"/>
          </a:p>
        </p:txBody>
      </p:sp>
      <p:pic>
        <p:nvPicPr>
          <p:cNvPr id="7" name="Picture 2" descr="Single-line lubrication systems | SKF Lincoln | SKF">
            <a:extLst>
              <a:ext uri="{FF2B5EF4-FFF2-40B4-BE49-F238E27FC236}">
                <a16:creationId xmlns:a16="http://schemas.microsoft.com/office/drawing/2014/main" id="{6992964B-3AC5-3B42-35A8-A1DA71B4CD5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38617"/>
          <a:stretch>
            <a:fillRect/>
          </a:stretch>
        </p:blipFill>
        <p:spPr bwMode="auto">
          <a:xfrm>
            <a:off x="1013089" y="2153002"/>
            <a:ext cx="4139880" cy="3793742"/>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47929C75-9D5F-7213-17D3-F3A2A2F14048}"/>
              </a:ext>
            </a:extLst>
          </p:cNvPr>
          <p:cNvSpPr txBox="1"/>
          <p:nvPr/>
        </p:nvSpPr>
        <p:spPr>
          <a:xfrm>
            <a:off x="157518" y="3966721"/>
            <a:ext cx="1115397" cy="369332"/>
          </a:xfrm>
          <a:prstGeom prst="rect">
            <a:avLst/>
          </a:prstGeom>
          <a:noFill/>
        </p:spPr>
        <p:txBody>
          <a:bodyPr wrap="square" lIns="0" tIns="0" rIns="0" bIns="0" rtlCol="0">
            <a:spAutoFit/>
          </a:bodyPr>
          <a:lstStyle/>
          <a:p>
            <a:pPr algn="l"/>
            <a:r>
              <a:rPr lang="en-IN" sz="1200" spc="-20" dirty="0"/>
              <a:t>Pressure Switch</a:t>
            </a:r>
          </a:p>
          <a:p>
            <a:pPr algn="l"/>
            <a:r>
              <a:rPr lang="en-IN" sz="1200" spc="-20" dirty="0"/>
              <a:t>16 - 18 bar</a:t>
            </a:r>
          </a:p>
        </p:txBody>
      </p:sp>
      <p:cxnSp>
        <p:nvCxnSpPr>
          <p:cNvPr id="40" name="Straight Connector 39">
            <a:extLst>
              <a:ext uri="{FF2B5EF4-FFF2-40B4-BE49-F238E27FC236}">
                <a16:creationId xmlns:a16="http://schemas.microsoft.com/office/drawing/2014/main" id="{0AAC8BF0-1F5D-12EC-1F33-95A1206AFA5E}"/>
              </a:ext>
            </a:extLst>
          </p:cNvPr>
          <p:cNvCxnSpPr>
            <a:cxnSpLocks/>
          </p:cNvCxnSpPr>
          <p:nvPr/>
        </p:nvCxnSpPr>
        <p:spPr>
          <a:xfrm>
            <a:off x="1956816" y="1348167"/>
            <a:ext cx="13498" cy="2429177"/>
          </a:xfrm>
          <a:prstGeom prst="line">
            <a:avLst/>
          </a:prstGeom>
          <a:ln w="12700">
            <a:solidFill>
              <a:schemeClr val="accent3"/>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52481A22-11C0-91FB-E6CF-26EC497544B5}"/>
              </a:ext>
            </a:extLst>
          </p:cNvPr>
          <p:cNvSpPr>
            <a:spLocks noGrp="1"/>
          </p:cNvSpPr>
          <p:nvPr>
            <p:ph type="title"/>
          </p:nvPr>
        </p:nvSpPr>
        <p:spPr>
          <a:xfrm>
            <a:off x="980271" y="617377"/>
            <a:ext cx="9812334" cy="730790"/>
          </a:xfrm>
        </p:spPr>
        <p:txBody>
          <a:bodyPr/>
          <a:lstStyle/>
          <a:p>
            <a:r>
              <a:rPr lang="en-GB" i="1" noProof="0" dirty="0">
                <a:solidFill>
                  <a:schemeClr val="accent1"/>
                </a:solidFill>
                <a:effectLst>
                  <a:outerShdw blurRad="38100" dist="38100" dir="2700000" algn="tl">
                    <a:srgbClr val="000000">
                      <a:alpha val="43137"/>
                    </a:srgbClr>
                  </a:outerShdw>
                </a:effectLst>
              </a:rPr>
              <a:t>PLC control</a:t>
            </a:r>
            <a:r>
              <a:rPr lang="en-GB" noProof="0" dirty="0"/>
              <a:t> MODE</a:t>
            </a:r>
          </a:p>
        </p:txBody>
      </p:sp>
    </p:spTree>
    <p:extLst>
      <p:ext uri="{BB962C8B-B14F-4D97-AF65-F5344CB8AC3E}">
        <p14:creationId xmlns:p14="http://schemas.microsoft.com/office/powerpoint/2010/main" val="1775051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6E090-247A-681F-D519-D15DF2E3B5E2}"/>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6889B97C-706E-7720-3F9C-1DB5E6951919}"/>
              </a:ext>
            </a:extLst>
          </p:cNvPr>
          <p:cNvSpPr>
            <a:spLocks noGrp="1"/>
          </p:cNvSpPr>
          <p:nvPr>
            <p:ph type="title"/>
          </p:nvPr>
        </p:nvSpPr>
        <p:spPr>
          <a:xfrm>
            <a:off x="193676" y="690410"/>
            <a:ext cx="9812334" cy="730790"/>
          </a:xfrm>
        </p:spPr>
        <p:txBody>
          <a:bodyPr/>
          <a:lstStyle/>
          <a:p>
            <a:r>
              <a:rPr lang="en-GB" noProof="0" dirty="0"/>
              <a:t>Passwords</a:t>
            </a:r>
          </a:p>
        </p:txBody>
      </p:sp>
      <p:cxnSp>
        <p:nvCxnSpPr>
          <p:cNvPr id="2091" name="Straight Connector 2090">
            <a:extLst>
              <a:ext uri="{FF2B5EF4-FFF2-40B4-BE49-F238E27FC236}">
                <a16:creationId xmlns:a16="http://schemas.microsoft.com/office/drawing/2014/main" id="{B9A2A431-2047-38E0-12E1-807F470EFFDA}"/>
              </a:ext>
            </a:extLst>
          </p:cNvPr>
          <p:cNvCxnSpPr/>
          <p:nvPr/>
        </p:nvCxnSpPr>
        <p:spPr>
          <a:xfrm>
            <a:off x="8469088" y="914401"/>
            <a:ext cx="0" cy="5836227"/>
          </a:xfrm>
          <a:prstGeom prst="line">
            <a:avLst/>
          </a:prstGeom>
          <a:ln w="12700">
            <a:solidFill>
              <a:schemeClr val="accent3"/>
            </a:solidFill>
          </a:ln>
        </p:spPr>
        <p:style>
          <a:lnRef idx="2">
            <a:schemeClr val="accent1"/>
          </a:lnRef>
          <a:fillRef idx="0">
            <a:schemeClr val="accent1"/>
          </a:fillRef>
          <a:effectRef idx="1">
            <a:schemeClr val="accent1"/>
          </a:effectRef>
          <a:fontRef idx="minor">
            <a:schemeClr val="tx1"/>
          </a:fontRef>
        </p:style>
      </p:cxnSp>
      <p:sp>
        <p:nvSpPr>
          <p:cNvPr id="2100" name="TextBox 2099">
            <a:extLst>
              <a:ext uri="{FF2B5EF4-FFF2-40B4-BE49-F238E27FC236}">
                <a16:creationId xmlns:a16="http://schemas.microsoft.com/office/drawing/2014/main" id="{57FE2117-1023-1200-F9F8-D9A606AA6740}"/>
              </a:ext>
            </a:extLst>
          </p:cNvPr>
          <p:cNvSpPr txBox="1"/>
          <p:nvPr/>
        </p:nvSpPr>
        <p:spPr>
          <a:xfrm>
            <a:off x="8806874" y="1840151"/>
            <a:ext cx="3191449" cy="3766022"/>
          </a:xfrm>
          <a:prstGeom prst="rect">
            <a:avLst/>
          </a:prstGeom>
          <a:noFill/>
        </p:spPr>
        <p:txBody>
          <a:bodyPr wrap="square" lIns="36000" tIns="36000" rIns="36000" bIns="36000" rtlCol="0">
            <a:spAutoFit/>
          </a:bodyPr>
          <a:lstStyle/>
          <a:p>
            <a:pPr algn="l">
              <a:spcBef>
                <a:spcPts val="600"/>
              </a:spcBef>
            </a:pPr>
            <a:r>
              <a:rPr lang="en-GB" sz="4000" b="1" spc="-20" noProof="0" dirty="0"/>
              <a:t>2 different Passwords  for 2 different accessibility levels</a:t>
            </a:r>
            <a:endParaRPr lang="en-GB" sz="4000" spc="-20" noProof="0" dirty="0"/>
          </a:p>
        </p:txBody>
      </p:sp>
      <p:sp>
        <p:nvSpPr>
          <p:cNvPr id="2098" name="TextBox 2097">
            <a:extLst>
              <a:ext uri="{FF2B5EF4-FFF2-40B4-BE49-F238E27FC236}">
                <a16:creationId xmlns:a16="http://schemas.microsoft.com/office/drawing/2014/main" id="{5E314BBC-EFEF-81C1-6C07-8201CC1D8183}"/>
              </a:ext>
            </a:extLst>
          </p:cNvPr>
          <p:cNvSpPr txBox="1"/>
          <p:nvPr/>
        </p:nvSpPr>
        <p:spPr>
          <a:xfrm>
            <a:off x="193675" y="1487435"/>
            <a:ext cx="8155665" cy="352716"/>
          </a:xfrm>
          <a:prstGeom prst="rect">
            <a:avLst/>
          </a:prstGeom>
          <a:solidFill>
            <a:schemeClr val="bg1">
              <a:lumMod val="85000"/>
            </a:schemeClr>
          </a:solidFill>
          <a:ln>
            <a:solidFill>
              <a:schemeClr val="tx1">
                <a:lumMod val="75000"/>
                <a:lumOff val="25000"/>
              </a:schemeClr>
            </a:solidFill>
          </a:ln>
        </p:spPr>
        <p:txBody>
          <a:bodyPr wrap="square" lIns="36000" tIns="36000" rIns="36000" bIns="36000" rtlCol="0" anchor="ctr">
            <a:spAutoFit/>
          </a:bodyPr>
          <a:lstStyle/>
          <a:p>
            <a:pPr>
              <a:lnSpc>
                <a:spcPct val="107000"/>
              </a:lnSpc>
            </a:pPr>
            <a:r>
              <a:rPr lang="en-GB" spc="-20" noProof="0" dirty="0">
                <a:solidFill>
                  <a:schemeClr val="accent5"/>
                </a:solidFill>
              </a:rPr>
              <a:t>Password 1</a:t>
            </a:r>
          </a:p>
        </p:txBody>
      </p:sp>
      <p:sp>
        <p:nvSpPr>
          <p:cNvPr id="2" name="TextBox 1">
            <a:extLst>
              <a:ext uri="{FF2B5EF4-FFF2-40B4-BE49-F238E27FC236}">
                <a16:creationId xmlns:a16="http://schemas.microsoft.com/office/drawing/2014/main" id="{24204BB7-1184-9C51-1F7C-3B4ABEA999C5}"/>
              </a:ext>
            </a:extLst>
          </p:cNvPr>
          <p:cNvSpPr txBox="1"/>
          <p:nvPr/>
        </p:nvSpPr>
        <p:spPr>
          <a:xfrm>
            <a:off x="193676" y="2038431"/>
            <a:ext cx="7654917" cy="1723549"/>
          </a:xfrm>
          <a:prstGeom prst="rect">
            <a:avLst/>
          </a:prstGeom>
          <a:noFill/>
        </p:spPr>
        <p:txBody>
          <a:bodyPr wrap="square" lIns="0" tIns="0" rIns="0" bIns="0" rtlCol="0">
            <a:spAutoFit/>
          </a:bodyPr>
          <a:lstStyle/>
          <a:p>
            <a:pPr marL="174625" indent="-174625" algn="l">
              <a:buFont typeface="Arial" panose="020B0604020202020204" pitchFamily="34" charset="0"/>
              <a:buChar char="•"/>
            </a:pPr>
            <a:r>
              <a:rPr lang="en-GB" sz="1400" spc="-20" noProof="0" dirty="0"/>
              <a:t>Use when ALL modes are available</a:t>
            </a:r>
          </a:p>
          <a:p>
            <a:pPr marL="174625" indent="-174625" algn="l">
              <a:buFont typeface="Arial" panose="020B0604020202020204" pitchFamily="34" charset="0"/>
              <a:buChar char="•"/>
            </a:pPr>
            <a:r>
              <a:rPr lang="en-GB" sz="1400" spc="-20" noProof="0" dirty="0"/>
              <a:t>Run time and Pause time are adjustable at the BEE controller</a:t>
            </a:r>
          </a:p>
          <a:p>
            <a:pPr marL="174625" indent="-174625">
              <a:buFont typeface="Arial" panose="020B0604020202020204" pitchFamily="34" charset="0"/>
              <a:buChar char="•"/>
            </a:pPr>
            <a:r>
              <a:rPr lang="en-GB" sz="1400" spc="-20" dirty="0"/>
              <a:t>It enables selecting just ONE mode. It is used by:</a:t>
            </a:r>
          </a:p>
          <a:p>
            <a:pPr marL="631825" lvl="1" indent="-174625">
              <a:buFont typeface="Arial" panose="020B0604020202020204" pitchFamily="34" charset="0"/>
              <a:buChar char="•"/>
            </a:pPr>
            <a:r>
              <a:rPr lang="en-GB" sz="1400" spc="-20" dirty="0"/>
              <a:t>Bangalore factory: to select just one mode (Reduced Variant) which corresponds to the USE needed by the OEM or MaPro</a:t>
            </a:r>
          </a:p>
          <a:p>
            <a:pPr marL="631825" lvl="1" indent="-174625">
              <a:buFont typeface="Arial" panose="020B0604020202020204" pitchFamily="34" charset="0"/>
              <a:buChar char="•"/>
            </a:pPr>
            <a:r>
              <a:rPr lang="en-GB" sz="1400" spc="-20" dirty="0"/>
              <a:t>System House: SH does not know while purchasing which specific USE will be required. SH purchases pumps for its own stock and apply case by case using different modes. Final mode is selected by the SH.</a:t>
            </a:r>
          </a:p>
        </p:txBody>
      </p:sp>
      <p:sp>
        <p:nvSpPr>
          <p:cNvPr id="3" name="TextBox 2">
            <a:extLst>
              <a:ext uri="{FF2B5EF4-FFF2-40B4-BE49-F238E27FC236}">
                <a16:creationId xmlns:a16="http://schemas.microsoft.com/office/drawing/2014/main" id="{880063D6-DEB3-6940-EB97-EA5FDECD8779}"/>
              </a:ext>
            </a:extLst>
          </p:cNvPr>
          <p:cNvSpPr txBox="1"/>
          <p:nvPr/>
        </p:nvSpPr>
        <p:spPr>
          <a:xfrm>
            <a:off x="193675" y="3971876"/>
            <a:ext cx="8155665" cy="352716"/>
          </a:xfrm>
          <a:prstGeom prst="rect">
            <a:avLst/>
          </a:prstGeom>
          <a:solidFill>
            <a:schemeClr val="bg1">
              <a:lumMod val="85000"/>
            </a:schemeClr>
          </a:solidFill>
          <a:ln>
            <a:solidFill>
              <a:schemeClr val="tx1">
                <a:lumMod val="75000"/>
                <a:lumOff val="25000"/>
              </a:schemeClr>
            </a:solidFill>
          </a:ln>
        </p:spPr>
        <p:txBody>
          <a:bodyPr wrap="square" lIns="36000" tIns="36000" rIns="36000" bIns="36000" rtlCol="0" anchor="ctr">
            <a:spAutoFit/>
          </a:bodyPr>
          <a:lstStyle/>
          <a:p>
            <a:pPr>
              <a:lnSpc>
                <a:spcPct val="107000"/>
              </a:lnSpc>
            </a:pPr>
            <a:r>
              <a:rPr lang="en-GB" spc="-20" noProof="0" dirty="0">
                <a:solidFill>
                  <a:schemeClr val="accent5"/>
                </a:solidFill>
              </a:rPr>
              <a:t>Password 2</a:t>
            </a:r>
          </a:p>
        </p:txBody>
      </p:sp>
      <p:sp>
        <p:nvSpPr>
          <p:cNvPr id="4" name="TextBox 3">
            <a:extLst>
              <a:ext uri="{FF2B5EF4-FFF2-40B4-BE49-F238E27FC236}">
                <a16:creationId xmlns:a16="http://schemas.microsoft.com/office/drawing/2014/main" id="{2BB69136-7EBC-8FA9-F07C-C13BC1BA2ED8}"/>
              </a:ext>
            </a:extLst>
          </p:cNvPr>
          <p:cNvSpPr txBox="1"/>
          <p:nvPr/>
        </p:nvSpPr>
        <p:spPr>
          <a:xfrm>
            <a:off x="193676" y="4359287"/>
            <a:ext cx="7654921" cy="1723549"/>
          </a:xfrm>
          <a:prstGeom prst="rect">
            <a:avLst/>
          </a:prstGeom>
          <a:noFill/>
        </p:spPr>
        <p:txBody>
          <a:bodyPr wrap="square" lIns="0" tIns="0" rIns="0" bIns="0" rtlCol="0">
            <a:spAutoFit/>
          </a:bodyPr>
          <a:lstStyle/>
          <a:p>
            <a:pPr marL="174625" indent="-174625" algn="l">
              <a:buFont typeface="Arial" panose="020B0604020202020204" pitchFamily="34" charset="0"/>
              <a:buChar char="•"/>
            </a:pPr>
            <a:r>
              <a:rPr lang="en-GB" sz="1400" spc="-20" noProof="0" dirty="0"/>
              <a:t>Use when only ONE mode is available (after Password 1 has been used already to block the rest of modes)</a:t>
            </a:r>
          </a:p>
          <a:p>
            <a:pPr marL="174625" indent="-174625" algn="l">
              <a:buFont typeface="Arial" panose="020B0604020202020204" pitchFamily="34" charset="0"/>
              <a:buChar char="•"/>
            </a:pPr>
            <a:r>
              <a:rPr lang="en-GB" sz="1400" spc="-20" noProof="0" dirty="0"/>
              <a:t>It enables blocking any changes at the BEE controller. It can be used by:</a:t>
            </a:r>
          </a:p>
          <a:p>
            <a:pPr marL="631825" lvl="1" indent="-174625">
              <a:buFont typeface="Arial" panose="020B0604020202020204" pitchFamily="34" charset="0"/>
              <a:buChar char="•"/>
            </a:pPr>
            <a:r>
              <a:rPr lang="en-GB" sz="1400" spc="-20" noProof="0" dirty="0"/>
              <a:t>OEM: because the machine PLC is actually controlling the Lubrication cycle (PLC control mode selected)</a:t>
            </a:r>
          </a:p>
          <a:p>
            <a:pPr marL="631825" lvl="1" indent="-174625">
              <a:buFont typeface="Arial" panose="020B0604020202020204" pitchFamily="34" charset="0"/>
              <a:buChar char="•"/>
            </a:pPr>
            <a:r>
              <a:rPr lang="en-GB" sz="1400" spc="-20" noProof="0" dirty="0"/>
              <a:t>EU: in order to avoid that any operator might change the settings at the BEE controller by mistake</a:t>
            </a:r>
          </a:p>
          <a:p>
            <a:pPr marL="174625" indent="-174625" algn="l">
              <a:buFont typeface="Arial" panose="020B0604020202020204" pitchFamily="34" charset="0"/>
              <a:buChar char="•"/>
            </a:pPr>
            <a:endParaRPr lang="en-GB" sz="1400" spc="-20" noProof="0" dirty="0"/>
          </a:p>
        </p:txBody>
      </p:sp>
    </p:spTree>
    <p:extLst>
      <p:ext uri="{BB962C8B-B14F-4D97-AF65-F5344CB8AC3E}">
        <p14:creationId xmlns:p14="http://schemas.microsoft.com/office/powerpoint/2010/main" val="1995905927"/>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13501-A2E6-0DBD-AA8D-0C765FDD1547}"/>
              </a:ext>
            </a:extLst>
          </p:cNvPr>
          <p:cNvSpPr>
            <a:spLocks noGrp="1"/>
          </p:cNvSpPr>
          <p:nvPr>
            <p:ph type="title"/>
          </p:nvPr>
        </p:nvSpPr>
        <p:spPr/>
        <p:txBody>
          <a:bodyPr/>
          <a:lstStyle/>
          <a:p>
            <a:r>
              <a:rPr lang="en-GB" noProof="0" dirty="0"/>
              <a:t>Display functionalities</a:t>
            </a:r>
          </a:p>
        </p:txBody>
      </p:sp>
      <p:sp>
        <p:nvSpPr>
          <p:cNvPr id="3" name="Text Placeholder 2">
            <a:extLst>
              <a:ext uri="{FF2B5EF4-FFF2-40B4-BE49-F238E27FC236}">
                <a16:creationId xmlns:a16="http://schemas.microsoft.com/office/drawing/2014/main" id="{E5CA6648-6CD2-99FC-7FD4-75180E5641BB}"/>
              </a:ext>
            </a:extLst>
          </p:cNvPr>
          <p:cNvSpPr>
            <a:spLocks noGrp="1"/>
          </p:cNvSpPr>
          <p:nvPr>
            <p:ph type="body" sz="quarter" idx="13"/>
          </p:nvPr>
        </p:nvSpPr>
        <p:spPr>
          <a:xfrm>
            <a:off x="193675" y="2660073"/>
            <a:ext cx="10236200" cy="3838697"/>
          </a:xfrm>
        </p:spPr>
        <p:txBody>
          <a:bodyPr/>
          <a:lstStyle/>
          <a:p>
            <a:pPr marL="0" indent="0">
              <a:buNone/>
            </a:pPr>
            <a:r>
              <a:rPr lang="en-GB" sz="2000" b="1" noProof="0" dirty="0"/>
              <a:t>Functionalities:</a:t>
            </a:r>
          </a:p>
          <a:p>
            <a:r>
              <a:rPr lang="en-GB" sz="2000" noProof="0" dirty="0"/>
              <a:t>Mode selection &amp; blockage of rest of modes (using password 1)</a:t>
            </a:r>
          </a:p>
          <a:p>
            <a:r>
              <a:rPr lang="en-GB" sz="2000" noProof="0" dirty="0"/>
              <a:t>Blockage of BEE display (no one can change settings unless password 2 is entered)</a:t>
            </a:r>
          </a:p>
          <a:p>
            <a:r>
              <a:rPr lang="en-GB" sz="2000" noProof="0" dirty="0"/>
              <a:t>Set-up of run time (strokes) and pause time</a:t>
            </a:r>
          </a:p>
        </p:txBody>
      </p:sp>
      <p:sp>
        <p:nvSpPr>
          <p:cNvPr id="4" name="Text Placeholder 3">
            <a:extLst>
              <a:ext uri="{FF2B5EF4-FFF2-40B4-BE49-F238E27FC236}">
                <a16:creationId xmlns:a16="http://schemas.microsoft.com/office/drawing/2014/main" id="{4FBFC5DC-066D-C3AF-0E4A-F28214A80EE1}"/>
              </a:ext>
            </a:extLst>
          </p:cNvPr>
          <p:cNvSpPr>
            <a:spLocks noGrp="1"/>
          </p:cNvSpPr>
          <p:nvPr>
            <p:ph type="body" idx="1"/>
          </p:nvPr>
        </p:nvSpPr>
        <p:spPr/>
        <p:txBody>
          <a:bodyPr/>
          <a:lstStyle/>
          <a:p>
            <a:r>
              <a:rPr lang="en-GB" noProof="0" dirty="0"/>
              <a:t>BEE controller</a:t>
            </a:r>
          </a:p>
        </p:txBody>
      </p:sp>
      <p:pic>
        <p:nvPicPr>
          <p:cNvPr id="26" name="Picture 25">
            <a:extLst>
              <a:ext uri="{FF2B5EF4-FFF2-40B4-BE49-F238E27FC236}">
                <a16:creationId xmlns:a16="http://schemas.microsoft.com/office/drawing/2014/main" id="{41CC428B-928B-485C-AECE-49754967AA98}"/>
              </a:ext>
            </a:extLst>
          </p:cNvPr>
          <p:cNvPicPr>
            <a:picLocks noChangeAspect="1"/>
          </p:cNvPicPr>
          <p:nvPr/>
        </p:nvPicPr>
        <p:blipFill>
          <a:blip r:embed="rId2"/>
          <a:stretch>
            <a:fillRect/>
          </a:stretch>
        </p:blipFill>
        <p:spPr>
          <a:xfrm>
            <a:off x="7745314" y="271066"/>
            <a:ext cx="4170462" cy="1983184"/>
          </a:xfrm>
          <a:prstGeom prst="rect">
            <a:avLst/>
          </a:prstGeom>
        </p:spPr>
      </p:pic>
    </p:spTree>
    <p:extLst>
      <p:ext uri="{BB962C8B-B14F-4D97-AF65-F5344CB8AC3E}">
        <p14:creationId xmlns:p14="http://schemas.microsoft.com/office/powerpoint/2010/main" val="1683127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A9DB1-9A3D-7673-E486-BD662534C6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104510-F650-83FD-AF2E-4C208A45A8C3}"/>
              </a:ext>
            </a:extLst>
          </p:cNvPr>
          <p:cNvSpPr>
            <a:spLocks noGrp="1"/>
          </p:cNvSpPr>
          <p:nvPr>
            <p:ph type="title"/>
          </p:nvPr>
        </p:nvSpPr>
        <p:spPr/>
        <p:txBody>
          <a:bodyPr/>
          <a:lstStyle/>
          <a:p>
            <a:r>
              <a:rPr lang="en-GB" noProof="0" dirty="0"/>
              <a:t>Display interface</a:t>
            </a:r>
          </a:p>
        </p:txBody>
      </p:sp>
      <p:sp>
        <p:nvSpPr>
          <p:cNvPr id="4" name="Text Placeholder 3">
            <a:extLst>
              <a:ext uri="{FF2B5EF4-FFF2-40B4-BE49-F238E27FC236}">
                <a16:creationId xmlns:a16="http://schemas.microsoft.com/office/drawing/2014/main" id="{FDF8F598-0194-0A48-EAFE-77DFB6316B3D}"/>
              </a:ext>
            </a:extLst>
          </p:cNvPr>
          <p:cNvSpPr>
            <a:spLocks noGrp="1"/>
          </p:cNvSpPr>
          <p:nvPr>
            <p:ph type="body" idx="1"/>
          </p:nvPr>
        </p:nvSpPr>
        <p:spPr/>
        <p:txBody>
          <a:bodyPr/>
          <a:lstStyle/>
          <a:p>
            <a:r>
              <a:rPr lang="en-GB" noProof="0" dirty="0"/>
              <a:t>BEE controller</a:t>
            </a:r>
          </a:p>
        </p:txBody>
      </p:sp>
      <p:pic>
        <p:nvPicPr>
          <p:cNvPr id="26" name="Picture 25">
            <a:extLst>
              <a:ext uri="{FF2B5EF4-FFF2-40B4-BE49-F238E27FC236}">
                <a16:creationId xmlns:a16="http://schemas.microsoft.com/office/drawing/2014/main" id="{3C7A3846-44EF-F391-9AE0-6C225CCE1318}"/>
              </a:ext>
            </a:extLst>
          </p:cNvPr>
          <p:cNvPicPr>
            <a:picLocks noChangeAspect="1"/>
          </p:cNvPicPr>
          <p:nvPr/>
        </p:nvPicPr>
        <p:blipFill>
          <a:blip r:embed="rId2"/>
          <a:stretch>
            <a:fillRect/>
          </a:stretch>
        </p:blipFill>
        <p:spPr>
          <a:xfrm>
            <a:off x="1667618" y="2394906"/>
            <a:ext cx="8409831" cy="3999135"/>
          </a:xfrm>
          <a:prstGeom prst="rect">
            <a:avLst/>
          </a:prstGeom>
        </p:spPr>
      </p:pic>
      <p:sp>
        <p:nvSpPr>
          <p:cNvPr id="3" name="TextBox 2">
            <a:extLst>
              <a:ext uri="{FF2B5EF4-FFF2-40B4-BE49-F238E27FC236}">
                <a16:creationId xmlns:a16="http://schemas.microsoft.com/office/drawing/2014/main" id="{FE5C3986-2540-4D80-6698-2C1B496A0274}"/>
              </a:ext>
            </a:extLst>
          </p:cNvPr>
          <p:cNvSpPr txBox="1"/>
          <p:nvPr/>
        </p:nvSpPr>
        <p:spPr>
          <a:xfrm>
            <a:off x="5357710" y="1681771"/>
            <a:ext cx="3082925" cy="713135"/>
          </a:xfrm>
          <a:prstGeom prst="rect">
            <a:avLst/>
          </a:prstGeom>
          <a:solidFill>
            <a:schemeClr val="accent6">
              <a:lumMod val="40000"/>
              <a:lumOff val="60000"/>
            </a:schemeClr>
          </a:solidFill>
          <a:ln>
            <a:solidFill>
              <a:schemeClr val="accent1"/>
            </a:solidFill>
          </a:ln>
        </p:spPr>
        <p:txBody>
          <a:bodyPr wrap="square" lIns="36000" tIns="36000" rIns="36000" bIns="36000" rtlCol="0">
            <a:spAutoFit/>
          </a:bodyPr>
          <a:lstStyle/>
          <a:p>
            <a:pPr algn="ctr">
              <a:lnSpc>
                <a:spcPct val="107000"/>
              </a:lnSpc>
              <a:spcBef>
                <a:spcPts val="1200"/>
              </a:spcBef>
            </a:pPr>
            <a:r>
              <a:rPr lang="en-GB" sz="2000" b="1" spc="-20" noProof="0" dirty="0"/>
              <a:t>LCD (8 characters) Display</a:t>
            </a:r>
            <a:endParaRPr lang="en-GB" sz="2000" spc="-20" noProof="0" dirty="0"/>
          </a:p>
        </p:txBody>
      </p:sp>
      <p:cxnSp>
        <p:nvCxnSpPr>
          <p:cNvPr id="5" name="Straight Arrow Connector 4">
            <a:extLst>
              <a:ext uri="{FF2B5EF4-FFF2-40B4-BE49-F238E27FC236}">
                <a16:creationId xmlns:a16="http://schemas.microsoft.com/office/drawing/2014/main" id="{A8A428B6-6D55-1FBF-724D-54A8D7BEE702}"/>
              </a:ext>
            </a:extLst>
          </p:cNvPr>
          <p:cNvCxnSpPr>
            <a:cxnSpLocks/>
            <a:stCxn id="3" idx="2"/>
          </p:cNvCxnSpPr>
          <p:nvPr/>
        </p:nvCxnSpPr>
        <p:spPr>
          <a:xfrm flipH="1">
            <a:off x="5553075" y="2394906"/>
            <a:ext cx="1346098" cy="1034094"/>
          </a:xfrm>
          <a:prstGeom prst="straightConnector1">
            <a:avLst/>
          </a:prstGeom>
          <a:ln w="38100">
            <a:solidFill>
              <a:srgbClr val="FF0000"/>
            </a:solidFill>
            <a:tailEnd type="triangle"/>
          </a:ln>
        </p:spPr>
        <p:style>
          <a:lnRef idx="1">
            <a:schemeClr val="accent5"/>
          </a:lnRef>
          <a:fillRef idx="0">
            <a:schemeClr val="accent5"/>
          </a:fillRef>
          <a:effectRef idx="0">
            <a:schemeClr val="accent5"/>
          </a:effectRef>
          <a:fontRef idx="minor">
            <a:schemeClr val="tx1"/>
          </a:fontRef>
        </p:style>
      </p:cxnSp>
      <p:sp>
        <p:nvSpPr>
          <p:cNvPr id="8" name="TextBox 7">
            <a:extLst>
              <a:ext uri="{FF2B5EF4-FFF2-40B4-BE49-F238E27FC236}">
                <a16:creationId xmlns:a16="http://schemas.microsoft.com/office/drawing/2014/main" id="{3B7B81B3-DC7E-4812-5748-5A60FE01846B}"/>
              </a:ext>
            </a:extLst>
          </p:cNvPr>
          <p:cNvSpPr txBox="1"/>
          <p:nvPr/>
        </p:nvSpPr>
        <p:spPr>
          <a:xfrm>
            <a:off x="219299" y="3622012"/>
            <a:ext cx="2039490" cy="383814"/>
          </a:xfrm>
          <a:prstGeom prst="rect">
            <a:avLst/>
          </a:prstGeom>
          <a:solidFill>
            <a:schemeClr val="accent6">
              <a:lumMod val="40000"/>
              <a:lumOff val="60000"/>
            </a:schemeClr>
          </a:solidFill>
          <a:ln>
            <a:solidFill>
              <a:schemeClr val="accent1"/>
            </a:solidFill>
          </a:ln>
        </p:spPr>
        <p:txBody>
          <a:bodyPr wrap="square" lIns="36000" tIns="36000" rIns="36000" bIns="36000" rtlCol="0">
            <a:spAutoFit/>
          </a:bodyPr>
          <a:lstStyle/>
          <a:p>
            <a:pPr algn="ctr">
              <a:lnSpc>
                <a:spcPct val="107000"/>
              </a:lnSpc>
              <a:spcBef>
                <a:spcPts val="1200"/>
              </a:spcBef>
            </a:pPr>
            <a:r>
              <a:rPr lang="en-GB" sz="2000" b="1" spc="-20" noProof="0" dirty="0"/>
              <a:t>Press Keys</a:t>
            </a:r>
            <a:endParaRPr lang="en-GB" sz="2000" spc="-20" noProof="0" dirty="0"/>
          </a:p>
        </p:txBody>
      </p:sp>
      <p:sp>
        <p:nvSpPr>
          <p:cNvPr id="9" name="Left Brace 8">
            <a:extLst>
              <a:ext uri="{FF2B5EF4-FFF2-40B4-BE49-F238E27FC236}">
                <a16:creationId xmlns:a16="http://schemas.microsoft.com/office/drawing/2014/main" id="{4F74DA6E-ACA5-5BA5-D428-F30C8450A38C}"/>
              </a:ext>
            </a:extLst>
          </p:cNvPr>
          <p:cNvSpPr/>
          <p:nvPr/>
        </p:nvSpPr>
        <p:spPr>
          <a:xfrm>
            <a:off x="2303462" y="3352800"/>
            <a:ext cx="419100" cy="876300"/>
          </a:xfrm>
          <a:prstGeom prst="leftBrace">
            <a:avLst/>
          </a:prstGeom>
          <a:ln w="38100">
            <a:solidFill>
              <a:srgbClr val="FF0000"/>
            </a:solidFill>
            <a:tailEnd type="none"/>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n-GB" noProof="0" dirty="0"/>
          </a:p>
        </p:txBody>
      </p:sp>
      <p:sp>
        <p:nvSpPr>
          <p:cNvPr id="10" name="TextBox 9">
            <a:extLst>
              <a:ext uri="{FF2B5EF4-FFF2-40B4-BE49-F238E27FC236}">
                <a16:creationId xmlns:a16="http://schemas.microsoft.com/office/drawing/2014/main" id="{D4EC65D3-5D7F-5AC5-226C-C767337079EB}"/>
              </a:ext>
            </a:extLst>
          </p:cNvPr>
          <p:cNvSpPr txBox="1"/>
          <p:nvPr/>
        </p:nvSpPr>
        <p:spPr>
          <a:xfrm>
            <a:off x="9557939" y="3072432"/>
            <a:ext cx="2350296" cy="713135"/>
          </a:xfrm>
          <a:prstGeom prst="rect">
            <a:avLst/>
          </a:prstGeom>
          <a:solidFill>
            <a:schemeClr val="accent6">
              <a:lumMod val="40000"/>
              <a:lumOff val="60000"/>
            </a:schemeClr>
          </a:solidFill>
          <a:ln>
            <a:solidFill>
              <a:schemeClr val="accent1"/>
            </a:solidFill>
          </a:ln>
        </p:spPr>
        <p:txBody>
          <a:bodyPr wrap="square" lIns="36000" tIns="36000" rIns="36000" bIns="36000" rtlCol="0">
            <a:spAutoFit/>
          </a:bodyPr>
          <a:lstStyle/>
          <a:p>
            <a:pPr algn="ctr">
              <a:lnSpc>
                <a:spcPct val="107000"/>
              </a:lnSpc>
              <a:spcBef>
                <a:spcPts val="1200"/>
              </a:spcBef>
            </a:pPr>
            <a:r>
              <a:rPr lang="en-GB" sz="2000" b="1" spc="-20" noProof="0" dirty="0"/>
              <a:t>3 LEDs to indicate status</a:t>
            </a:r>
            <a:endParaRPr lang="en-GB" sz="2000" spc="-20" noProof="0" dirty="0"/>
          </a:p>
        </p:txBody>
      </p:sp>
      <p:sp>
        <p:nvSpPr>
          <p:cNvPr id="11" name="Left Brace 10">
            <a:extLst>
              <a:ext uri="{FF2B5EF4-FFF2-40B4-BE49-F238E27FC236}">
                <a16:creationId xmlns:a16="http://schemas.microsoft.com/office/drawing/2014/main" id="{5670DB84-A4C0-E47B-322E-9F77EC0A9011}"/>
              </a:ext>
            </a:extLst>
          </p:cNvPr>
          <p:cNvSpPr/>
          <p:nvPr/>
        </p:nvSpPr>
        <p:spPr>
          <a:xfrm rot="10800000">
            <a:off x="9049492" y="2990850"/>
            <a:ext cx="419100" cy="876300"/>
          </a:xfrm>
          <a:prstGeom prst="leftBrace">
            <a:avLst/>
          </a:prstGeom>
          <a:ln w="38100">
            <a:solidFill>
              <a:srgbClr val="FF0000"/>
            </a:solidFill>
            <a:tailEnd type="none"/>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n-GB" noProof="0" dirty="0"/>
          </a:p>
        </p:txBody>
      </p:sp>
    </p:spTree>
    <p:extLst>
      <p:ext uri="{BB962C8B-B14F-4D97-AF65-F5344CB8AC3E}">
        <p14:creationId xmlns:p14="http://schemas.microsoft.com/office/powerpoint/2010/main" val="3502881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39435-4ABA-0362-9F3D-BE587F67EDA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251A89C5-1F5E-E0D3-9B9F-113054EA7BE2}"/>
              </a:ext>
            </a:extLst>
          </p:cNvPr>
          <p:cNvSpPr>
            <a:spLocks noGrp="1"/>
          </p:cNvSpPr>
          <p:nvPr>
            <p:ph type="body" idx="1"/>
          </p:nvPr>
        </p:nvSpPr>
        <p:spPr/>
        <p:txBody>
          <a:bodyPr/>
          <a:lstStyle/>
          <a:p>
            <a:r>
              <a:rPr lang="en-GB" noProof="0" dirty="0"/>
              <a:t>BEE controller</a:t>
            </a:r>
          </a:p>
        </p:txBody>
      </p:sp>
      <p:sp>
        <p:nvSpPr>
          <p:cNvPr id="12" name="Title 1">
            <a:extLst>
              <a:ext uri="{FF2B5EF4-FFF2-40B4-BE49-F238E27FC236}">
                <a16:creationId xmlns:a16="http://schemas.microsoft.com/office/drawing/2014/main" id="{A901FFAB-1AC3-3AE0-7CC9-C17761A07D00}"/>
              </a:ext>
            </a:extLst>
          </p:cNvPr>
          <p:cNvSpPr>
            <a:spLocks noGrp="1"/>
          </p:cNvSpPr>
          <p:nvPr>
            <p:ph type="title"/>
          </p:nvPr>
        </p:nvSpPr>
        <p:spPr>
          <a:xfrm>
            <a:off x="193676" y="1152525"/>
            <a:ext cx="4835524" cy="1101725"/>
          </a:xfrm>
        </p:spPr>
        <p:txBody>
          <a:bodyPr/>
          <a:lstStyle/>
          <a:p>
            <a:r>
              <a:rPr lang="en-GB" noProof="0" dirty="0"/>
              <a:t>Leds</a:t>
            </a:r>
          </a:p>
        </p:txBody>
      </p:sp>
      <p:grpSp>
        <p:nvGrpSpPr>
          <p:cNvPr id="19" name="Group 18">
            <a:extLst>
              <a:ext uri="{FF2B5EF4-FFF2-40B4-BE49-F238E27FC236}">
                <a16:creationId xmlns:a16="http://schemas.microsoft.com/office/drawing/2014/main" id="{989026BC-99C5-7FD8-0A2B-38F529FAD232}"/>
              </a:ext>
            </a:extLst>
          </p:cNvPr>
          <p:cNvGrpSpPr/>
          <p:nvPr/>
        </p:nvGrpSpPr>
        <p:grpSpPr>
          <a:xfrm>
            <a:off x="193675" y="1721137"/>
            <a:ext cx="8409831" cy="3999135"/>
            <a:chOff x="193675" y="1721137"/>
            <a:chExt cx="8409831" cy="3999135"/>
          </a:xfrm>
        </p:grpSpPr>
        <p:pic>
          <p:nvPicPr>
            <p:cNvPr id="26" name="Picture 25">
              <a:extLst>
                <a:ext uri="{FF2B5EF4-FFF2-40B4-BE49-F238E27FC236}">
                  <a16:creationId xmlns:a16="http://schemas.microsoft.com/office/drawing/2014/main" id="{F8F5211B-E127-2504-DB8D-147A0C652E50}"/>
                </a:ext>
              </a:extLst>
            </p:cNvPr>
            <p:cNvPicPr>
              <a:picLocks noChangeAspect="1"/>
            </p:cNvPicPr>
            <p:nvPr/>
          </p:nvPicPr>
          <p:blipFill>
            <a:blip r:embed="rId2"/>
            <a:stretch>
              <a:fillRect/>
            </a:stretch>
          </p:blipFill>
          <p:spPr>
            <a:xfrm>
              <a:off x="193675" y="1721137"/>
              <a:ext cx="8409831" cy="3999135"/>
            </a:xfrm>
            <a:prstGeom prst="rect">
              <a:avLst/>
            </a:prstGeom>
          </p:spPr>
        </p:pic>
        <p:sp>
          <p:nvSpPr>
            <p:cNvPr id="16" name="Rectangle 15">
              <a:extLst>
                <a:ext uri="{FF2B5EF4-FFF2-40B4-BE49-F238E27FC236}">
                  <a16:creationId xmlns:a16="http://schemas.microsoft.com/office/drawing/2014/main" id="{6DBC1E0C-CDA7-E38C-E92E-3A1CF465C1BD}"/>
                </a:ext>
              </a:extLst>
            </p:cNvPr>
            <p:cNvSpPr/>
            <p:nvPr/>
          </p:nvSpPr>
          <p:spPr>
            <a:xfrm>
              <a:off x="445167" y="2033337"/>
              <a:ext cx="1973179" cy="639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7000"/>
                </a:lnSpc>
                <a:spcBef>
                  <a:spcPts val="1200"/>
                </a:spcBef>
              </a:pPr>
              <a:endParaRPr lang="en-GB" sz="1600" spc="-20" noProof="0" dirty="0"/>
            </a:p>
          </p:txBody>
        </p:sp>
        <p:sp>
          <p:nvSpPr>
            <p:cNvPr id="17" name="Rectangle 16">
              <a:extLst>
                <a:ext uri="{FF2B5EF4-FFF2-40B4-BE49-F238E27FC236}">
                  <a16:creationId xmlns:a16="http://schemas.microsoft.com/office/drawing/2014/main" id="{CEF75C28-4794-6A32-3754-D0DAB851BEC6}"/>
                </a:ext>
              </a:extLst>
            </p:cNvPr>
            <p:cNvSpPr/>
            <p:nvPr/>
          </p:nvSpPr>
          <p:spPr>
            <a:xfrm>
              <a:off x="445166" y="2665442"/>
              <a:ext cx="1721687" cy="11017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7000"/>
                </a:lnSpc>
                <a:spcBef>
                  <a:spcPts val="1200"/>
                </a:spcBef>
              </a:pPr>
              <a:endParaRPr lang="en-GB" sz="1600" spc="-20" noProof="0" dirty="0"/>
            </a:p>
          </p:txBody>
        </p:sp>
        <p:sp>
          <p:nvSpPr>
            <p:cNvPr id="18" name="Rectangle 17">
              <a:extLst>
                <a:ext uri="{FF2B5EF4-FFF2-40B4-BE49-F238E27FC236}">
                  <a16:creationId xmlns:a16="http://schemas.microsoft.com/office/drawing/2014/main" id="{CE97C7BD-3C6A-F300-AD3A-BD46E25937CE}"/>
                </a:ext>
              </a:extLst>
            </p:cNvPr>
            <p:cNvSpPr/>
            <p:nvPr/>
          </p:nvSpPr>
          <p:spPr>
            <a:xfrm>
              <a:off x="5710987" y="4860758"/>
              <a:ext cx="2892519" cy="8595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7000"/>
                </a:lnSpc>
                <a:spcBef>
                  <a:spcPts val="1200"/>
                </a:spcBef>
              </a:pPr>
              <a:endParaRPr lang="en-GB" sz="1600" spc="-20" noProof="0" dirty="0"/>
            </a:p>
          </p:txBody>
        </p:sp>
      </p:grpSp>
      <p:sp>
        <p:nvSpPr>
          <p:cNvPr id="13" name="TextBox 12">
            <a:extLst>
              <a:ext uri="{FF2B5EF4-FFF2-40B4-BE49-F238E27FC236}">
                <a16:creationId xmlns:a16="http://schemas.microsoft.com/office/drawing/2014/main" id="{EE53DCAB-68D3-147D-A236-B5FE465DEFB3}"/>
              </a:ext>
            </a:extLst>
          </p:cNvPr>
          <p:cNvSpPr txBox="1"/>
          <p:nvPr/>
        </p:nvSpPr>
        <p:spPr>
          <a:xfrm>
            <a:off x="8267987" y="1428431"/>
            <a:ext cx="3730337" cy="280013"/>
          </a:xfrm>
          <a:prstGeom prst="rect">
            <a:avLst/>
          </a:prstGeom>
          <a:noFill/>
        </p:spPr>
        <p:txBody>
          <a:bodyPr wrap="square" lIns="0" tIns="0" rIns="0" bIns="0" rtlCol="0">
            <a:spAutoFit/>
          </a:bodyPr>
          <a:lstStyle/>
          <a:p>
            <a:pPr algn="l">
              <a:lnSpc>
                <a:spcPct val="107000"/>
              </a:lnSpc>
              <a:spcBef>
                <a:spcPts val="1200"/>
              </a:spcBef>
            </a:pPr>
            <a:r>
              <a:rPr lang="en-GB" b="1" spc="-20" noProof="0" dirty="0">
                <a:solidFill>
                  <a:srgbClr val="009E2D"/>
                </a:solidFill>
              </a:rPr>
              <a:t>Green: </a:t>
            </a:r>
            <a:r>
              <a:rPr lang="en-GB" spc="-20" noProof="0" dirty="0"/>
              <a:t>blinking during run time</a:t>
            </a:r>
          </a:p>
        </p:txBody>
      </p:sp>
      <p:sp>
        <p:nvSpPr>
          <p:cNvPr id="14" name="TextBox 13">
            <a:extLst>
              <a:ext uri="{FF2B5EF4-FFF2-40B4-BE49-F238E27FC236}">
                <a16:creationId xmlns:a16="http://schemas.microsoft.com/office/drawing/2014/main" id="{7D83B966-C4DA-19F2-206C-A58C4502BF61}"/>
              </a:ext>
            </a:extLst>
          </p:cNvPr>
          <p:cNvSpPr txBox="1"/>
          <p:nvPr/>
        </p:nvSpPr>
        <p:spPr>
          <a:xfrm>
            <a:off x="8267986" y="1945930"/>
            <a:ext cx="3730337" cy="280013"/>
          </a:xfrm>
          <a:prstGeom prst="rect">
            <a:avLst/>
          </a:prstGeom>
          <a:noFill/>
        </p:spPr>
        <p:txBody>
          <a:bodyPr wrap="square" lIns="0" tIns="0" rIns="0" bIns="0" rtlCol="0">
            <a:spAutoFit/>
          </a:bodyPr>
          <a:lstStyle/>
          <a:p>
            <a:pPr algn="l">
              <a:lnSpc>
                <a:spcPct val="107000"/>
              </a:lnSpc>
              <a:spcBef>
                <a:spcPts val="1200"/>
              </a:spcBef>
            </a:pPr>
            <a:r>
              <a:rPr lang="en-GB" b="1" spc="-20" noProof="0" dirty="0">
                <a:solidFill>
                  <a:schemeClr val="accent6"/>
                </a:solidFill>
              </a:rPr>
              <a:t>Yellow:</a:t>
            </a:r>
            <a:r>
              <a:rPr lang="en-GB" spc="-20" noProof="0" dirty="0"/>
              <a:t> Led on during pause time</a:t>
            </a:r>
          </a:p>
        </p:txBody>
      </p:sp>
      <p:sp>
        <p:nvSpPr>
          <p:cNvPr id="15" name="TextBox 14">
            <a:extLst>
              <a:ext uri="{FF2B5EF4-FFF2-40B4-BE49-F238E27FC236}">
                <a16:creationId xmlns:a16="http://schemas.microsoft.com/office/drawing/2014/main" id="{97BF0469-DAEA-645F-F44D-32BE90295521}"/>
              </a:ext>
            </a:extLst>
          </p:cNvPr>
          <p:cNvSpPr txBox="1"/>
          <p:nvPr/>
        </p:nvSpPr>
        <p:spPr>
          <a:xfrm>
            <a:off x="8267986" y="3194178"/>
            <a:ext cx="3730337" cy="1773242"/>
          </a:xfrm>
          <a:prstGeom prst="rect">
            <a:avLst/>
          </a:prstGeom>
          <a:noFill/>
        </p:spPr>
        <p:txBody>
          <a:bodyPr wrap="square" lIns="0" tIns="0" rIns="0" bIns="0" rtlCol="0">
            <a:spAutoFit/>
          </a:bodyPr>
          <a:lstStyle/>
          <a:p>
            <a:pPr algn="l">
              <a:lnSpc>
                <a:spcPct val="107000"/>
              </a:lnSpc>
              <a:spcBef>
                <a:spcPts val="1200"/>
              </a:spcBef>
            </a:pPr>
            <a:r>
              <a:rPr lang="en-GB" b="1" spc="-20" noProof="0" dirty="0">
                <a:solidFill>
                  <a:srgbClr val="FF0000"/>
                </a:solidFill>
              </a:rPr>
              <a:t>Red</a:t>
            </a:r>
            <a:r>
              <a:rPr lang="en-GB" spc="-20" noProof="0" dirty="0"/>
              <a:t>:</a:t>
            </a:r>
          </a:p>
          <a:p>
            <a:pPr marL="285750" indent="-285750" algn="l">
              <a:lnSpc>
                <a:spcPct val="107000"/>
              </a:lnSpc>
              <a:spcBef>
                <a:spcPts val="1200"/>
              </a:spcBef>
              <a:buFont typeface="Arial" panose="020B0604020202020204" pitchFamily="34" charset="0"/>
              <a:buChar char="•"/>
            </a:pPr>
            <a:r>
              <a:rPr lang="en-GB" spc="-20" noProof="0" dirty="0"/>
              <a:t>Blinking if low level (“LL” on screen</a:t>
            </a:r>
          </a:p>
          <a:p>
            <a:pPr marL="285750" indent="-285750" algn="l">
              <a:lnSpc>
                <a:spcPct val="107000"/>
              </a:lnSpc>
              <a:spcBef>
                <a:spcPts val="1200"/>
              </a:spcBef>
              <a:buFont typeface="Arial" panose="020B0604020202020204" pitchFamily="34" charset="0"/>
              <a:buChar char="•"/>
            </a:pPr>
            <a:r>
              <a:rPr lang="en-GB" spc="-20" noProof="0" dirty="0"/>
              <a:t>Led on if motor overload (“OL” on screen</a:t>
            </a:r>
          </a:p>
        </p:txBody>
      </p:sp>
      <p:cxnSp>
        <p:nvCxnSpPr>
          <p:cNvPr id="21" name="Straight Arrow Connector 20">
            <a:extLst>
              <a:ext uri="{FF2B5EF4-FFF2-40B4-BE49-F238E27FC236}">
                <a16:creationId xmlns:a16="http://schemas.microsoft.com/office/drawing/2014/main" id="{6F3F8511-757F-D34A-E1EC-36A185A57D4B}"/>
              </a:ext>
            </a:extLst>
          </p:cNvPr>
          <p:cNvCxnSpPr>
            <a:cxnSpLocks/>
            <a:stCxn id="13" idx="1"/>
          </p:cNvCxnSpPr>
          <p:nvPr/>
        </p:nvCxnSpPr>
        <p:spPr>
          <a:xfrm flipH="1">
            <a:off x="7471611" y="1568438"/>
            <a:ext cx="796376" cy="779958"/>
          </a:xfrm>
          <a:prstGeom prst="straightConnector1">
            <a:avLst/>
          </a:prstGeom>
          <a:ln w="127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71A29BFC-84A6-0029-8FA6-30B72D55F17F}"/>
              </a:ext>
            </a:extLst>
          </p:cNvPr>
          <p:cNvCxnSpPr>
            <a:cxnSpLocks/>
            <a:stCxn id="14" idx="1"/>
          </p:cNvCxnSpPr>
          <p:nvPr/>
        </p:nvCxnSpPr>
        <p:spPr>
          <a:xfrm flipH="1">
            <a:off x="7471610" y="2085937"/>
            <a:ext cx="796376" cy="671258"/>
          </a:xfrm>
          <a:prstGeom prst="straightConnector1">
            <a:avLst/>
          </a:prstGeom>
          <a:ln w="127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9154D4EF-E4EC-DE06-B5E7-3A642FD3A700}"/>
              </a:ext>
            </a:extLst>
          </p:cNvPr>
          <p:cNvCxnSpPr>
            <a:cxnSpLocks/>
            <a:stCxn id="15" idx="1"/>
          </p:cNvCxnSpPr>
          <p:nvPr/>
        </p:nvCxnSpPr>
        <p:spPr>
          <a:xfrm flipH="1" flipV="1">
            <a:off x="6785811" y="3071725"/>
            <a:ext cx="1482175" cy="1009074"/>
          </a:xfrm>
          <a:prstGeom prst="straightConnector1">
            <a:avLst/>
          </a:prstGeom>
          <a:ln w="127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7386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B494F-C36E-8959-9F09-5F0DDFF6FA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FF1B16-C0D8-2655-3F25-51557D43F3B3}"/>
              </a:ext>
            </a:extLst>
          </p:cNvPr>
          <p:cNvSpPr>
            <a:spLocks noGrp="1"/>
          </p:cNvSpPr>
          <p:nvPr>
            <p:ph type="title"/>
          </p:nvPr>
        </p:nvSpPr>
        <p:spPr/>
        <p:txBody>
          <a:bodyPr/>
          <a:lstStyle/>
          <a:p>
            <a:r>
              <a:rPr lang="en-GB" noProof="0" dirty="0"/>
              <a:t>Modes Acronyms</a:t>
            </a:r>
          </a:p>
        </p:txBody>
      </p:sp>
      <p:sp>
        <p:nvSpPr>
          <p:cNvPr id="4" name="Text Placeholder 3">
            <a:extLst>
              <a:ext uri="{FF2B5EF4-FFF2-40B4-BE49-F238E27FC236}">
                <a16:creationId xmlns:a16="http://schemas.microsoft.com/office/drawing/2014/main" id="{B2259E7C-E765-E906-FBB3-032F32C03C64}"/>
              </a:ext>
            </a:extLst>
          </p:cNvPr>
          <p:cNvSpPr>
            <a:spLocks noGrp="1"/>
          </p:cNvSpPr>
          <p:nvPr>
            <p:ph type="body" idx="1"/>
          </p:nvPr>
        </p:nvSpPr>
        <p:spPr/>
        <p:txBody>
          <a:bodyPr/>
          <a:lstStyle/>
          <a:p>
            <a:r>
              <a:rPr lang="en-GB" noProof="0" dirty="0"/>
              <a:t>BEE controller</a:t>
            </a:r>
          </a:p>
        </p:txBody>
      </p:sp>
      <p:pic>
        <p:nvPicPr>
          <p:cNvPr id="26" name="Picture 25">
            <a:extLst>
              <a:ext uri="{FF2B5EF4-FFF2-40B4-BE49-F238E27FC236}">
                <a16:creationId xmlns:a16="http://schemas.microsoft.com/office/drawing/2014/main" id="{F0195E88-227A-9863-D80B-19C4C6683756}"/>
              </a:ext>
            </a:extLst>
          </p:cNvPr>
          <p:cNvPicPr>
            <a:picLocks noChangeAspect="1"/>
          </p:cNvPicPr>
          <p:nvPr/>
        </p:nvPicPr>
        <p:blipFill>
          <a:blip r:embed="rId2"/>
          <a:stretch>
            <a:fillRect/>
          </a:stretch>
        </p:blipFill>
        <p:spPr>
          <a:xfrm>
            <a:off x="7745314" y="271066"/>
            <a:ext cx="4170462" cy="1983184"/>
          </a:xfrm>
          <a:prstGeom prst="rect">
            <a:avLst/>
          </a:prstGeom>
        </p:spPr>
      </p:pic>
      <p:sp>
        <p:nvSpPr>
          <p:cNvPr id="32" name="TextBox 31">
            <a:extLst>
              <a:ext uri="{FF2B5EF4-FFF2-40B4-BE49-F238E27FC236}">
                <a16:creationId xmlns:a16="http://schemas.microsoft.com/office/drawing/2014/main" id="{CEC26CAD-0EBA-C47B-5AAB-21070E07CC87}"/>
              </a:ext>
            </a:extLst>
          </p:cNvPr>
          <p:cNvSpPr txBox="1"/>
          <p:nvPr/>
        </p:nvSpPr>
        <p:spPr>
          <a:xfrm>
            <a:off x="190800" y="2305578"/>
            <a:ext cx="11807523" cy="3816429"/>
          </a:xfrm>
          <a:prstGeom prst="rect">
            <a:avLst/>
          </a:prstGeom>
          <a:noFill/>
        </p:spPr>
        <p:txBody>
          <a:bodyPr wrap="square" lIns="0" tIns="0" rIns="0" bIns="0" rtlCol="0">
            <a:spAutoFit/>
          </a:bodyPr>
          <a:lstStyle/>
          <a:p>
            <a:pPr marL="285750" indent="-285750" algn="l">
              <a:lnSpc>
                <a:spcPct val="150000"/>
              </a:lnSpc>
              <a:buFont typeface="Arial" panose="020B0604020202020204" pitchFamily="34" charset="0"/>
              <a:buChar char="•"/>
            </a:pPr>
            <a:r>
              <a:rPr lang="en-GB" sz="2400" spc="-20" noProof="0" dirty="0"/>
              <a:t>“</a:t>
            </a:r>
            <a:r>
              <a:rPr lang="en-GB" sz="2400" b="1" spc="-20" noProof="0" dirty="0">
                <a:effectLst>
                  <a:outerShdw blurRad="38100" dist="38100" dir="2700000" algn="tl">
                    <a:srgbClr val="000000">
                      <a:alpha val="43137"/>
                    </a:srgbClr>
                  </a:outerShdw>
                </a:effectLst>
              </a:rPr>
              <a:t>SP</a:t>
            </a:r>
            <a:r>
              <a:rPr lang="en-GB" sz="2400" spc="-20" noProof="0" dirty="0"/>
              <a:t>”: Single-point Lubricator Stand-alone</a:t>
            </a:r>
          </a:p>
          <a:p>
            <a:pPr marL="285750" indent="-285750">
              <a:lnSpc>
                <a:spcPct val="150000"/>
              </a:lnSpc>
              <a:buFont typeface="Arial" panose="020B0604020202020204" pitchFamily="34" charset="0"/>
              <a:buChar char="•"/>
            </a:pPr>
            <a:r>
              <a:rPr lang="en-GB" sz="2400" spc="-20" noProof="0" dirty="0"/>
              <a:t>“</a:t>
            </a:r>
            <a:r>
              <a:rPr lang="en-GB" sz="2400" b="1" spc="-20" noProof="0" dirty="0">
                <a:effectLst>
                  <a:outerShdw blurRad="38100" dist="38100" dir="2700000" algn="tl">
                    <a:srgbClr val="000000">
                      <a:alpha val="43137"/>
                    </a:srgbClr>
                  </a:outerShdw>
                </a:effectLst>
              </a:rPr>
              <a:t>MP-SA</a:t>
            </a:r>
            <a:r>
              <a:rPr lang="en-GB" sz="2400" spc="-20" noProof="0" dirty="0"/>
              <a:t>”: Multi-point Lubricator Stand-alone</a:t>
            </a:r>
          </a:p>
          <a:p>
            <a:pPr marL="285750" indent="-285750">
              <a:lnSpc>
                <a:spcPct val="150000"/>
              </a:lnSpc>
              <a:buFont typeface="Arial" panose="020B0604020202020204" pitchFamily="34" charset="0"/>
              <a:buChar char="•"/>
            </a:pPr>
            <a:r>
              <a:rPr lang="en-GB" sz="2400" spc="-20" noProof="0" dirty="0"/>
              <a:t>“</a:t>
            </a:r>
            <a:r>
              <a:rPr lang="en-GB" sz="2400" b="1" spc="-20" noProof="0" dirty="0">
                <a:effectLst>
                  <a:outerShdw blurRad="38100" dist="38100" dir="2700000" algn="tl">
                    <a:srgbClr val="000000">
                      <a:alpha val="43137"/>
                    </a:srgbClr>
                  </a:outerShdw>
                </a:effectLst>
              </a:rPr>
              <a:t>MP-PLC</a:t>
            </a:r>
            <a:r>
              <a:rPr lang="en-GB" sz="2400" spc="-20" noProof="0" dirty="0"/>
              <a:t>”: Multi-point Lubricator PLC control</a:t>
            </a:r>
          </a:p>
          <a:p>
            <a:pPr marL="285750" indent="-285750">
              <a:lnSpc>
                <a:spcPct val="150000"/>
              </a:lnSpc>
              <a:buFont typeface="Arial" panose="020B0604020202020204" pitchFamily="34" charset="0"/>
              <a:buChar char="•"/>
            </a:pPr>
            <a:r>
              <a:rPr lang="en-GB" sz="2400" spc="-20" noProof="0" dirty="0"/>
              <a:t>“</a:t>
            </a:r>
            <a:r>
              <a:rPr lang="en-GB" sz="2400" b="1" spc="-20" noProof="0" dirty="0">
                <a:effectLst>
                  <a:outerShdw blurRad="38100" dist="38100" dir="2700000" algn="tl">
                    <a:srgbClr val="000000">
                      <a:alpha val="43137"/>
                    </a:srgbClr>
                  </a:outerShdw>
                </a:effectLst>
              </a:rPr>
              <a:t>PRG-SA</a:t>
            </a:r>
            <a:r>
              <a:rPr lang="en-GB" sz="2400" spc="-20" noProof="0" dirty="0"/>
              <a:t>”: Progressive system pump Stand-alone</a:t>
            </a:r>
          </a:p>
          <a:p>
            <a:pPr marL="285750" indent="-285750">
              <a:lnSpc>
                <a:spcPct val="150000"/>
              </a:lnSpc>
              <a:buFont typeface="Arial" panose="020B0604020202020204" pitchFamily="34" charset="0"/>
              <a:buChar char="•"/>
            </a:pPr>
            <a:r>
              <a:rPr lang="en-GB" sz="2400" spc="-20" noProof="0" dirty="0"/>
              <a:t>“</a:t>
            </a:r>
            <a:r>
              <a:rPr lang="en-GB" sz="2400" b="1" spc="-20" noProof="0" dirty="0">
                <a:effectLst>
                  <a:outerShdw blurRad="38100" dist="38100" dir="2700000" algn="tl">
                    <a:srgbClr val="000000">
                      <a:alpha val="43137"/>
                    </a:srgbClr>
                  </a:outerShdw>
                </a:effectLst>
              </a:rPr>
              <a:t>PRG-PLC</a:t>
            </a:r>
            <a:r>
              <a:rPr lang="en-GB" sz="2400" spc="-20" noProof="0" dirty="0"/>
              <a:t>”: Progressive system pump PLC control</a:t>
            </a:r>
          </a:p>
          <a:p>
            <a:pPr marL="285750" indent="-285750">
              <a:lnSpc>
                <a:spcPct val="150000"/>
              </a:lnSpc>
              <a:buFont typeface="Arial" panose="020B0604020202020204" pitchFamily="34" charset="0"/>
              <a:buChar char="•"/>
            </a:pPr>
            <a:r>
              <a:rPr lang="en-GB" sz="2400" spc="-20" noProof="0" dirty="0"/>
              <a:t>“</a:t>
            </a:r>
            <a:r>
              <a:rPr lang="en-GB" sz="2400" b="1" spc="-20" noProof="0" dirty="0">
                <a:effectLst>
                  <a:outerShdw blurRad="38100" dist="38100" dir="2700000" algn="tl">
                    <a:srgbClr val="000000">
                      <a:alpha val="43137"/>
                    </a:srgbClr>
                  </a:outerShdw>
                </a:effectLst>
              </a:rPr>
              <a:t>SL-SA</a:t>
            </a:r>
            <a:r>
              <a:rPr lang="en-GB" sz="2400" spc="-20" noProof="0" dirty="0"/>
              <a:t>”: Single Line system pump Stand-alone</a:t>
            </a:r>
          </a:p>
          <a:p>
            <a:pPr marL="285750" indent="-285750">
              <a:lnSpc>
                <a:spcPct val="150000"/>
              </a:lnSpc>
              <a:buFont typeface="Arial" panose="020B0604020202020204" pitchFamily="34" charset="0"/>
              <a:buChar char="•"/>
            </a:pPr>
            <a:r>
              <a:rPr lang="en-GB" sz="2400" spc="-20" noProof="0" dirty="0"/>
              <a:t>“</a:t>
            </a:r>
            <a:r>
              <a:rPr lang="en-GB" sz="2400" b="1" spc="-20" noProof="0" dirty="0">
                <a:effectLst>
                  <a:outerShdw blurRad="38100" dist="38100" dir="2700000" algn="tl">
                    <a:srgbClr val="000000">
                      <a:alpha val="43137"/>
                    </a:srgbClr>
                  </a:outerShdw>
                </a:effectLst>
              </a:rPr>
              <a:t>SL-PLC</a:t>
            </a:r>
            <a:r>
              <a:rPr lang="en-GB" sz="2400" spc="-20" noProof="0" dirty="0"/>
              <a:t>”: Single Line system pump PLC control</a:t>
            </a:r>
          </a:p>
        </p:txBody>
      </p:sp>
    </p:spTree>
    <p:extLst>
      <p:ext uri="{BB962C8B-B14F-4D97-AF65-F5344CB8AC3E}">
        <p14:creationId xmlns:p14="http://schemas.microsoft.com/office/powerpoint/2010/main" val="4101540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CB37E-E46E-E30F-7049-407DCB2C12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F4705-C7AE-C01B-2F07-89F7E7117DE4}"/>
              </a:ext>
            </a:extLst>
          </p:cNvPr>
          <p:cNvSpPr>
            <a:spLocks noGrp="1"/>
          </p:cNvSpPr>
          <p:nvPr>
            <p:ph type="title"/>
          </p:nvPr>
        </p:nvSpPr>
        <p:spPr>
          <a:xfrm>
            <a:off x="193675" y="1152525"/>
            <a:ext cx="6966251" cy="1101725"/>
          </a:xfrm>
        </p:spPr>
        <p:txBody>
          <a:bodyPr/>
          <a:lstStyle/>
          <a:p>
            <a:r>
              <a:rPr lang="en-GB" noProof="0" dirty="0"/>
              <a:t>Mode as pre-requisite for Lubrication cycle set-up</a:t>
            </a:r>
          </a:p>
        </p:txBody>
      </p:sp>
      <p:sp>
        <p:nvSpPr>
          <p:cNvPr id="4" name="Text Placeholder 3">
            <a:extLst>
              <a:ext uri="{FF2B5EF4-FFF2-40B4-BE49-F238E27FC236}">
                <a16:creationId xmlns:a16="http://schemas.microsoft.com/office/drawing/2014/main" id="{22B982F1-95AF-4DE6-6014-437458915D48}"/>
              </a:ext>
            </a:extLst>
          </p:cNvPr>
          <p:cNvSpPr>
            <a:spLocks noGrp="1"/>
          </p:cNvSpPr>
          <p:nvPr>
            <p:ph type="body" idx="1"/>
          </p:nvPr>
        </p:nvSpPr>
        <p:spPr/>
        <p:txBody>
          <a:bodyPr/>
          <a:lstStyle/>
          <a:p>
            <a:r>
              <a:rPr lang="en-GB" noProof="0" dirty="0"/>
              <a:t>BEE controller</a:t>
            </a:r>
          </a:p>
        </p:txBody>
      </p:sp>
      <p:pic>
        <p:nvPicPr>
          <p:cNvPr id="26" name="Picture 25">
            <a:extLst>
              <a:ext uri="{FF2B5EF4-FFF2-40B4-BE49-F238E27FC236}">
                <a16:creationId xmlns:a16="http://schemas.microsoft.com/office/drawing/2014/main" id="{51828DFE-E360-CB48-AC94-194E6E6479AD}"/>
              </a:ext>
            </a:extLst>
          </p:cNvPr>
          <p:cNvPicPr>
            <a:picLocks noChangeAspect="1"/>
          </p:cNvPicPr>
          <p:nvPr/>
        </p:nvPicPr>
        <p:blipFill>
          <a:blip r:embed="rId2"/>
          <a:stretch>
            <a:fillRect/>
          </a:stretch>
        </p:blipFill>
        <p:spPr>
          <a:xfrm>
            <a:off x="7745314" y="271066"/>
            <a:ext cx="4170462" cy="1983184"/>
          </a:xfrm>
          <a:prstGeom prst="rect">
            <a:avLst/>
          </a:prstGeom>
        </p:spPr>
      </p:pic>
      <p:sp>
        <p:nvSpPr>
          <p:cNvPr id="32" name="TextBox 31">
            <a:extLst>
              <a:ext uri="{FF2B5EF4-FFF2-40B4-BE49-F238E27FC236}">
                <a16:creationId xmlns:a16="http://schemas.microsoft.com/office/drawing/2014/main" id="{35527BE8-8BCE-5F49-F14D-8BB028D45577}"/>
              </a:ext>
            </a:extLst>
          </p:cNvPr>
          <p:cNvSpPr txBox="1"/>
          <p:nvPr/>
        </p:nvSpPr>
        <p:spPr>
          <a:xfrm>
            <a:off x="199246" y="2708348"/>
            <a:ext cx="11807523" cy="2031325"/>
          </a:xfrm>
          <a:prstGeom prst="rect">
            <a:avLst/>
          </a:prstGeom>
          <a:noFill/>
        </p:spPr>
        <p:txBody>
          <a:bodyPr wrap="square" lIns="0" tIns="0" rIns="0" bIns="0" rtlCol="0">
            <a:spAutoFit/>
          </a:bodyPr>
          <a:lstStyle/>
          <a:p>
            <a:pPr marL="342900" indent="-342900" algn="l">
              <a:lnSpc>
                <a:spcPct val="150000"/>
              </a:lnSpc>
              <a:buFont typeface="Arial" panose="020B0604020202020204" pitchFamily="34" charset="0"/>
              <a:buChar char="•"/>
            </a:pPr>
            <a:r>
              <a:rPr lang="en-GB" spc="-20" noProof="0" dirty="0"/>
              <a:t>By default, </a:t>
            </a:r>
            <a:r>
              <a:rPr lang="en-GB" b="1" spc="-20" noProof="0" dirty="0">
                <a:effectLst>
                  <a:outerShdw blurRad="38100" dist="38100" dir="2700000" algn="tl">
                    <a:srgbClr val="000000">
                      <a:alpha val="43137"/>
                    </a:srgbClr>
                  </a:outerShdw>
                </a:effectLst>
              </a:rPr>
              <a:t>Multi-point lubricator Stand-alone </a:t>
            </a:r>
            <a:r>
              <a:rPr lang="en-GB" spc="-20" noProof="0" dirty="0"/>
              <a:t>is selected at the factory</a:t>
            </a:r>
          </a:p>
          <a:p>
            <a:pPr marL="342900" indent="-342900" algn="l">
              <a:lnSpc>
                <a:spcPct val="150000"/>
              </a:lnSpc>
              <a:buFont typeface="Arial" panose="020B0604020202020204" pitchFamily="34" charset="0"/>
              <a:buChar char="•"/>
            </a:pPr>
            <a:r>
              <a:rPr lang="en-GB" spc="-20" noProof="0" dirty="0"/>
              <a:t>By default, Run time (strokes) and Pause time are set-up at the factory at maximum values for both Stand-alone and PLC control modes*:</a:t>
            </a:r>
          </a:p>
          <a:p>
            <a:pPr marL="800100" lvl="1" indent="-342900">
              <a:lnSpc>
                <a:spcPct val="150000"/>
              </a:lnSpc>
              <a:buFont typeface="Arial" panose="020B0604020202020204" pitchFamily="34" charset="0"/>
              <a:buChar char="•"/>
            </a:pPr>
            <a:r>
              <a:rPr lang="en-GB" spc="-20" noProof="0" dirty="0"/>
              <a:t>6 strokes for Multi-point lubricator / 15 strokes for rest of modes</a:t>
            </a:r>
          </a:p>
          <a:p>
            <a:pPr marL="800100" lvl="1" indent="-342900">
              <a:lnSpc>
                <a:spcPct val="150000"/>
              </a:lnSpc>
              <a:buFont typeface="Arial" panose="020B0604020202020204" pitchFamily="34" charset="0"/>
              <a:buChar char="•"/>
            </a:pPr>
            <a:r>
              <a:rPr lang="en-GB" spc="-20" noProof="0" dirty="0"/>
              <a:t>Pause time 999 hours</a:t>
            </a:r>
          </a:p>
        </p:txBody>
      </p:sp>
      <p:sp>
        <p:nvSpPr>
          <p:cNvPr id="3" name="TextBox 2">
            <a:extLst>
              <a:ext uri="{FF2B5EF4-FFF2-40B4-BE49-F238E27FC236}">
                <a16:creationId xmlns:a16="http://schemas.microsoft.com/office/drawing/2014/main" id="{BE81CF3D-9E4E-FCAF-A12C-E22B9E3F5226}"/>
              </a:ext>
            </a:extLst>
          </p:cNvPr>
          <p:cNvSpPr txBox="1"/>
          <p:nvPr/>
        </p:nvSpPr>
        <p:spPr>
          <a:xfrm>
            <a:off x="478970" y="5856514"/>
            <a:ext cx="10722429" cy="217817"/>
          </a:xfrm>
          <a:prstGeom prst="rect">
            <a:avLst/>
          </a:prstGeom>
          <a:noFill/>
        </p:spPr>
        <p:txBody>
          <a:bodyPr wrap="square" lIns="0" tIns="0" rIns="0" bIns="0" rtlCol="0">
            <a:spAutoFit/>
          </a:bodyPr>
          <a:lstStyle/>
          <a:p>
            <a:pPr algn="l">
              <a:lnSpc>
                <a:spcPct val="107000"/>
              </a:lnSpc>
              <a:spcBef>
                <a:spcPts val="1200"/>
              </a:spcBef>
            </a:pPr>
            <a:r>
              <a:rPr lang="en-GB" sz="1400" spc="-20" noProof="0" dirty="0"/>
              <a:t>* If mode is change from Multi-point mode to any other, strokes and pause time are set-up at maximum values</a:t>
            </a:r>
          </a:p>
        </p:txBody>
      </p:sp>
    </p:spTree>
    <p:extLst>
      <p:ext uri="{BB962C8B-B14F-4D97-AF65-F5344CB8AC3E}">
        <p14:creationId xmlns:p14="http://schemas.microsoft.com/office/powerpoint/2010/main" val="13481955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500AC-2746-2864-C0A4-EBDF6FD5DD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F695B7-16E9-8C9D-B8E6-4682FC4F021E}"/>
              </a:ext>
            </a:extLst>
          </p:cNvPr>
          <p:cNvSpPr>
            <a:spLocks noGrp="1"/>
          </p:cNvSpPr>
          <p:nvPr>
            <p:ph type="title"/>
          </p:nvPr>
        </p:nvSpPr>
        <p:spPr>
          <a:xfrm>
            <a:off x="193676" y="1152526"/>
            <a:ext cx="7551638" cy="698046"/>
          </a:xfrm>
        </p:spPr>
        <p:txBody>
          <a:bodyPr/>
          <a:lstStyle/>
          <a:p>
            <a:r>
              <a:rPr lang="en-GB" noProof="0" dirty="0"/>
              <a:t>Mode selection </a:t>
            </a:r>
            <a:r>
              <a:rPr lang="en-GB" sz="2000" noProof="0" dirty="0"/>
              <a:t>(7 modes)</a:t>
            </a:r>
            <a:endParaRPr lang="en-GB" noProof="0" dirty="0"/>
          </a:p>
        </p:txBody>
      </p:sp>
      <p:sp>
        <p:nvSpPr>
          <p:cNvPr id="4" name="Text Placeholder 3">
            <a:extLst>
              <a:ext uri="{FF2B5EF4-FFF2-40B4-BE49-F238E27FC236}">
                <a16:creationId xmlns:a16="http://schemas.microsoft.com/office/drawing/2014/main" id="{C4FB5266-AC69-D5B3-25CE-38FA9A362281}"/>
              </a:ext>
            </a:extLst>
          </p:cNvPr>
          <p:cNvSpPr>
            <a:spLocks noGrp="1"/>
          </p:cNvSpPr>
          <p:nvPr>
            <p:ph type="body" idx="1"/>
          </p:nvPr>
        </p:nvSpPr>
        <p:spPr/>
        <p:txBody>
          <a:bodyPr/>
          <a:lstStyle/>
          <a:p>
            <a:r>
              <a:rPr lang="en-GB" noProof="0" dirty="0"/>
              <a:t>BEE controller</a:t>
            </a:r>
          </a:p>
        </p:txBody>
      </p:sp>
      <p:sp>
        <p:nvSpPr>
          <p:cNvPr id="14" name="TextBox 13">
            <a:extLst>
              <a:ext uri="{FF2B5EF4-FFF2-40B4-BE49-F238E27FC236}">
                <a16:creationId xmlns:a16="http://schemas.microsoft.com/office/drawing/2014/main" id="{5A49AC58-72DD-C50A-86A8-1A13DC5EE256}"/>
              </a:ext>
            </a:extLst>
          </p:cNvPr>
          <p:cNvSpPr txBox="1"/>
          <p:nvPr/>
        </p:nvSpPr>
        <p:spPr>
          <a:xfrm>
            <a:off x="193675" y="1728465"/>
            <a:ext cx="11332578" cy="2227139"/>
          </a:xfrm>
          <a:prstGeom prst="rect">
            <a:avLst/>
          </a:prstGeom>
          <a:noFill/>
          <a:ln>
            <a:solidFill>
              <a:schemeClr val="accent1"/>
            </a:solidFill>
          </a:ln>
        </p:spPr>
        <p:txBody>
          <a:bodyPr wrap="square" lIns="36000" tIns="36000" rIns="36000" bIns="36000" rtlCol="0">
            <a:spAutoFit/>
          </a:bodyPr>
          <a:lstStyle/>
          <a:p>
            <a:pPr marL="84138" lvl="1"/>
            <a:r>
              <a:rPr lang="en-GB" sz="1400" b="1" spc="-20" dirty="0"/>
              <a:t>First Mode Selection</a:t>
            </a:r>
          </a:p>
          <a:p>
            <a:pPr marL="271463" lvl="1" indent="-187325">
              <a:buFont typeface="Arial" panose="020B0604020202020204" pitchFamily="34" charset="0"/>
              <a:buChar char="•"/>
            </a:pPr>
            <a:r>
              <a:rPr lang="en-GB" sz="1400" spc="-20" noProof="0" dirty="0"/>
              <a:t>By default “BEE version X” appears on the screen</a:t>
            </a:r>
          </a:p>
          <a:p>
            <a:pPr marL="271463" lvl="1" indent="-187325">
              <a:buFont typeface="Arial" panose="020B0604020202020204" pitchFamily="34" charset="0"/>
              <a:buChar char="•"/>
            </a:pPr>
            <a:r>
              <a:rPr lang="en-GB" sz="1400" spc="-20" dirty="0"/>
              <a:t>If mode is not change, by factory default – Multi-point Stand-alone is the pre-selected mode</a:t>
            </a:r>
          </a:p>
          <a:p>
            <a:pPr marL="274638" lvl="1" indent="-190500">
              <a:buFont typeface="Arial" panose="020B0604020202020204" pitchFamily="34" charset="0"/>
              <a:buChar char="•"/>
            </a:pPr>
            <a:r>
              <a:rPr lang="en-GB" sz="1400" spc="-20" noProof="0" dirty="0"/>
              <a:t>Press “switch 1” key during 10 seconds. </a:t>
            </a:r>
          </a:p>
          <a:p>
            <a:pPr marL="274638" lvl="1" indent="-190500">
              <a:buFont typeface="Arial" panose="020B0604020202020204" pitchFamily="34" charset="0"/>
              <a:buChar char="•"/>
            </a:pPr>
            <a:r>
              <a:rPr lang="en-GB" sz="1400" spc="-20" noProof="0" dirty="0"/>
              <a:t>“MODE” appears on the screen and after few </a:t>
            </a:r>
            <a:r>
              <a:rPr lang="en-GB" sz="1400" spc="-20" dirty="0"/>
              <a:t>seconds “</a:t>
            </a:r>
            <a:r>
              <a:rPr lang="en-GB" sz="1400" b="1" spc="-20" dirty="0">
                <a:effectLst>
                  <a:outerShdw blurRad="38100" dist="38100" dir="2700000" algn="tl">
                    <a:srgbClr val="000000">
                      <a:alpha val="43137"/>
                    </a:srgbClr>
                  </a:outerShdw>
                </a:effectLst>
              </a:rPr>
              <a:t>MP-SA</a:t>
            </a:r>
            <a:r>
              <a:rPr lang="en-GB" sz="1400" spc="-20" dirty="0"/>
              <a:t>” appears blinking</a:t>
            </a:r>
            <a:endParaRPr lang="en-GB" sz="1400" spc="-20" noProof="0" dirty="0"/>
          </a:p>
          <a:p>
            <a:pPr marL="274638" lvl="1" indent="-190500">
              <a:buFont typeface="Arial" panose="020B0604020202020204" pitchFamily="34" charset="0"/>
              <a:buChar char="•"/>
            </a:pPr>
            <a:r>
              <a:rPr lang="en-GB" sz="1400" spc="-20" dirty="0">
                <a:highlight>
                  <a:srgbClr val="FFFF00"/>
                </a:highlight>
              </a:rPr>
              <a:t>Press Switch 1 and different modes blinking appearance on screen </a:t>
            </a:r>
            <a:r>
              <a:rPr lang="en-GB" sz="1400" spc="-20" dirty="0"/>
              <a:t>   (is it key based /time based?)</a:t>
            </a:r>
            <a:endParaRPr lang="en-GB" sz="1400" spc="-20" noProof="0" dirty="0"/>
          </a:p>
          <a:p>
            <a:pPr marL="274638" lvl="1" indent="-190500">
              <a:buFont typeface="Arial" panose="020B0604020202020204" pitchFamily="34" charset="0"/>
              <a:buChar char="•"/>
            </a:pPr>
            <a:r>
              <a:rPr lang="en-GB" sz="1400" spc="-20" dirty="0">
                <a:highlight>
                  <a:srgbClr val="FFFF00"/>
                </a:highlight>
              </a:rPr>
              <a:t>When required mode appears on field, press switch 1 during 10 seconds</a:t>
            </a:r>
            <a:r>
              <a:rPr lang="en-GB" sz="1400" spc="-20" dirty="0"/>
              <a:t> (is long press for selection and why not key 2)</a:t>
            </a:r>
          </a:p>
          <a:p>
            <a:pPr marL="274638" lvl="1" indent="-190500">
              <a:buFont typeface="Arial" panose="020B0604020202020204" pitchFamily="34" charset="0"/>
              <a:buChar char="•"/>
            </a:pPr>
            <a:r>
              <a:rPr lang="en-GB" sz="1400" spc="-20" dirty="0"/>
              <a:t>“password” appears blinking on screen</a:t>
            </a:r>
          </a:p>
          <a:p>
            <a:pPr marL="274638" lvl="1" indent="-190500">
              <a:buFont typeface="Arial" panose="020B0604020202020204" pitchFamily="34" charset="0"/>
              <a:buChar char="•"/>
            </a:pPr>
            <a:r>
              <a:rPr lang="en-GB" sz="1400" spc="-20" noProof="0" dirty="0"/>
              <a:t> press switch 1 till first digit </a:t>
            </a:r>
            <a:r>
              <a:rPr lang="en-GB" sz="1400" spc="-20" dirty="0"/>
              <a:t>reaches wished number (0-9), then press switch 2 to select second digit. Once all 4 digits are selected, wait 5 seconds and password 1 will be saved and mode has been selected</a:t>
            </a:r>
            <a:endParaRPr lang="en-GB" sz="1400" spc="-20" noProof="0" dirty="0"/>
          </a:p>
        </p:txBody>
      </p:sp>
      <p:pic>
        <p:nvPicPr>
          <p:cNvPr id="7" name="Picture 6">
            <a:extLst>
              <a:ext uri="{FF2B5EF4-FFF2-40B4-BE49-F238E27FC236}">
                <a16:creationId xmlns:a16="http://schemas.microsoft.com/office/drawing/2014/main" id="{DD846CC7-2F09-8570-D465-DA1C97AC40B1}"/>
              </a:ext>
            </a:extLst>
          </p:cNvPr>
          <p:cNvPicPr>
            <a:picLocks noChangeAspect="1"/>
          </p:cNvPicPr>
          <p:nvPr/>
        </p:nvPicPr>
        <p:blipFill>
          <a:blip r:embed="rId3"/>
          <a:stretch>
            <a:fillRect/>
          </a:stretch>
        </p:blipFill>
        <p:spPr>
          <a:xfrm>
            <a:off x="7745314" y="271066"/>
            <a:ext cx="4170462" cy="1983184"/>
          </a:xfrm>
          <a:prstGeom prst="rect">
            <a:avLst/>
          </a:prstGeom>
        </p:spPr>
      </p:pic>
      <p:sp>
        <p:nvSpPr>
          <p:cNvPr id="10" name="TextBox 9">
            <a:extLst>
              <a:ext uri="{FF2B5EF4-FFF2-40B4-BE49-F238E27FC236}">
                <a16:creationId xmlns:a16="http://schemas.microsoft.com/office/drawing/2014/main" id="{7F938DC8-F783-CD08-C23B-2E188A43F88C}"/>
              </a:ext>
            </a:extLst>
          </p:cNvPr>
          <p:cNvSpPr txBox="1"/>
          <p:nvPr/>
        </p:nvSpPr>
        <p:spPr>
          <a:xfrm>
            <a:off x="193675" y="4028117"/>
            <a:ext cx="11332578" cy="2658026"/>
          </a:xfrm>
          <a:prstGeom prst="rect">
            <a:avLst/>
          </a:prstGeom>
          <a:noFill/>
          <a:ln>
            <a:solidFill>
              <a:schemeClr val="accent1"/>
            </a:solidFill>
          </a:ln>
        </p:spPr>
        <p:txBody>
          <a:bodyPr wrap="square" lIns="36000" tIns="36000" rIns="36000" bIns="36000" rtlCol="0">
            <a:spAutoFit/>
          </a:bodyPr>
          <a:lstStyle/>
          <a:p>
            <a:pPr marL="84138" lvl="1"/>
            <a:r>
              <a:rPr lang="en-GB" sz="1400" b="1" spc="-20" dirty="0"/>
              <a:t>Change Mode (after password has been created):    (is this pause time and run time selection)</a:t>
            </a:r>
            <a:endParaRPr lang="en-GB" sz="1400" b="1" spc="-20" noProof="0" dirty="0"/>
          </a:p>
          <a:p>
            <a:pPr marL="274638" lvl="1" indent="-190500">
              <a:buFont typeface="Arial" panose="020B0604020202020204" pitchFamily="34" charset="0"/>
              <a:buChar char="•"/>
            </a:pPr>
            <a:r>
              <a:rPr lang="en-GB" sz="1400" spc="-20" noProof="0" dirty="0"/>
              <a:t>Press “switch 1” key during 10 seconds.</a:t>
            </a:r>
          </a:p>
          <a:p>
            <a:pPr marL="274638" lvl="1" indent="-190500">
              <a:buFont typeface="Arial" panose="020B0604020202020204" pitchFamily="34" charset="0"/>
              <a:buChar char="•"/>
            </a:pPr>
            <a:r>
              <a:rPr lang="en-GB" sz="1400" spc="-20" noProof="0" dirty="0"/>
              <a:t>4 blank digits appear blinking on screen</a:t>
            </a:r>
          </a:p>
          <a:p>
            <a:pPr marL="274638" lvl="1" indent="-190500">
              <a:buFont typeface="Arial" panose="020B0604020202020204" pitchFamily="34" charset="0"/>
              <a:buChar char="•"/>
            </a:pPr>
            <a:r>
              <a:rPr lang="en-GB" sz="1400" spc="-20" dirty="0"/>
              <a:t>Enter 4-digits password:</a:t>
            </a:r>
          </a:p>
          <a:p>
            <a:pPr marL="731838" lvl="2" indent="-190500">
              <a:buFont typeface="Arial" panose="020B0604020202020204" pitchFamily="34" charset="0"/>
              <a:buChar char="•"/>
            </a:pPr>
            <a:r>
              <a:rPr lang="en-GB" sz="1400" spc="-20" noProof="0" dirty="0"/>
              <a:t>Press switch 1 to select number and switch 2 to move to next digit</a:t>
            </a:r>
          </a:p>
          <a:p>
            <a:pPr marL="731838" lvl="2" indent="-190500">
              <a:buFont typeface="Arial" panose="020B0604020202020204" pitchFamily="34" charset="0"/>
              <a:buChar char="•"/>
            </a:pPr>
            <a:r>
              <a:rPr lang="en-GB" sz="1400" spc="-20" dirty="0"/>
              <a:t>Once all 4 digits have been entered, wait for 5 seconds</a:t>
            </a:r>
          </a:p>
          <a:p>
            <a:pPr marL="274638" lvl="1" indent="-190500">
              <a:buFont typeface="Arial" panose="020B0604020202020204" pitchFamily="34" charset="0"/>
              <a:buChar char="•"/>
            </a:pPr>
            <a:r>
              <a:rPr lang="en-GB" sz="1400" spc="-20" dirty="0">
                <a:highlight>
                  <a:srgbClr val="FFFF00"/>
                </a:highlight>
              </a:rPr>
              <a:t>During 3 seconds “MODE” appears on screen and then the last mode blinking that was selected </a:t>
            </a:r>
            <a:r>
              <a:rPr lang="en-GB" sz="1400" spc="-20" dirty="0"/>
              <a:t>    (is that 3 sec is part of 5 sec)</a:t>
            </a:r>
          </a:p>
          <a:p>
            <a:pPr marL="274638" lvl="1" indent="-190500">
              <a:buFont typeface="Arial" panose="020B0604020202020204" pitchFamily="34" charset="0"/>
              <a:buChar char="•"/>
            </a:pPr>
            <a:r>
              <a:rPr lang="en-GB" sz="1400" spc="-20" dirty="0"/>
              <a:t>Press Switch 1 and different modes blinking appearance on screen</a:t>
            </a:r>
          </a:p>
          <a:p>
            <a:pPr marL="274638" lvl="1" indent="-190500">
              <a:buFont typeface="Arial" panose="020B0604020202020204" pitchFamily="34" charset="0"/>
              <a:buChar char="•"/>
            </a:pPr>
            <a:r>
              <a:rPr lang="en-GB" sz="1400" spc="-20" dirty="0"/>
              <a:t>When required mode appears on field, press switch 1 during 10 seconds</a:t>
            </a:r>
          </a:p>
          <a:p>
            <a:pPr marL="274638" lvl="1" indent="-190500">
              <a:buFont typeface="Arial" panose="020B0604020202020204" pitchFamily="34" charset="0"/>
              <a:buChar char="•"/>
            </a:pPr>
            <a:r>
              <a:rPr lang="en-GB" sz="1400" spc="-20" dirty="0">
                <a:highlight>
                  <a:srgbClr val="FFFF00"/>
                </a:highlight>
              </a:rPr>
              <a:t>“password” appears blinking on screen</a:t>
            </a:r>
            <a:r>
              <a:rPr lang="en-GB" sz="1400" spc="-20" dirty="0"/>
              <a:t>   (is this password setting is required again if not can switch 2  used for selecting the mode)</a:t>
            </a:r>
          </a:p>
          <a:p>
            <a:pPr marL="274638" lvl="1" indent="-190500">
              <a:buFont typeface="Arial" panose="020B0604020202020204" pitchFamily="34" charset="0"/>
              <a:buChar char="•"/>
            </a:pPr>
            <a:r>
              <a:rPr lang="en-GB" sz="1400" spc="-20" dirty="0"/>
              <a:t> press switch 1 till first digit reaches wished number (0-9), then press switch 2 to select second digit. Once all 4 digits are selected, wait 5 seconds and password will be saved and mode has been selected</a:t>
            </a:r>
            <a:endParaRPr lang="en-GB" sz="1400" spc="-20" noProof="0" dirty="0"/>
          </a:p>
        </p:txBody>
      </p:sp>
      <p:sp>
        <p:nvSpPr>
          <p:cNvPr id="3" name="TextBox 2">
            <a:extLst>
              <a:ext uri="{FF2B5EF4-FFF2-40B4-BE49-F238E27FC236}">
                <a16:creationId xmlns:a16="http://schemas.microsoft.com/office/drawing/2014/main" id="{196AB94C-854E-67E4-A4F5-9E60F075E18B}"/>
              </a:ext>
            </a:extLst>
          </p:cNvPr>
          <p:cNvSpPr txBox="1"/>
          <p:nvPr/>
        </p:nvSpPr>
        <p:spPr>
          <a:xfrm>
            <a:off x="3117639" y="439740"/>
            <a:ext cx="4170462" cy="560025"/>
          </a:xfrm>
          <a:prstGeom prst="rect">
            <a:avLst/>
          </a:prstGeom>
          <a:solidFill>
            <a:schemeClr val="accent6">
              <a:lumMod val="20000"/>
              <a:lumOff val="80000"/>
            </a:schemeClr>
          </a:solidFill>
        </p:spPr>
        <p:txBody>
          <a:bodyPr wrap="square" lIns="0" tIns="0" rIns="0" bIns="0" rtlCol="0">
            <a:spAutoFit/>
          </a:bodyPr>
          <a:lstStyle/>
          <a:p>
            <a:pPr algn="ctr">
              <a:lnSpc>
                <a:spcPct val="107000"/>
              </a:lnSpc>
              <a:spcBef>
                <a:spcPts val="1200"/>
              </a:spcBef>
            </a:pPr>
            <a:r>
              <a:rPr lang="en-GB" sz="3600" spc="-20" noProof="0" dirty="0"/>
              <a:t>Password</a:t>
            </a:r>
            <a:r>
              <a:rPr lang="en-GB" sz="3600" spc="-20" dirty="0"/>
              <a:t> 1 setting</a:t>
            </a:r>
            <a:endParaRPr lang="en-GB" sz="3600" spc="-20" noProof="0" dirty="0"/>
          </a:p>
        </p:txBody>
      </p:sp>
    </p:spTree>
    <p:extLst>
      <p:ext uri="{BB962C8B-B14F-4D97-AF65-F5344CB8AC3E}">
        <p14:creationId xmlns:p14="http://schemas.microsoft.com/office/powerpoint/2010/main" val="21670066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8DEC6-1E70-53E3-F4F8-5F6F660EE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E3D927-125D-C985-F5DC-E3A210605500}"/>
              </a:ext>
            </a:extLst>
          </p:cNvPr>
          <p:cNvSpPr>
            <a:spLocks noGrp="1"/>
          </p:cNvSpPr>
          <p:nvPr>
            <p:ph type="title"/>
          </p:nvPr>
        </p:nvSpPr>
        <p:spPr>
          <a:xfrm>
            <a:off x="193676" y="1152525"/>
            <a:ext cx="7551638" cy="1101725"/>
          </a:xfrm>
        </p:spPr>
        <p:txBody>
          <a:bodyPr/>
          <a:lstStyle/>
          <a:p>
            <a:r>
              <a:rPr lang="en-GB" noProof="0" dirty="0"/>
              <a:t>Mode – Set-up</a:t>
            </a:r>
            <a:br>
              <a:rPr lang="en-GB" noProof="0" dirty="0"/>
            </a:br>
            <a:r>
              <a:rPr lang="en-GB" sz="2000" dirty="0"/>
              <a:t>Single-po</a:t>
            </a:r>
            <a:r>
              <a:rPr lang="en-GB" sz="2000" noProof="0" dirty="0"/>
              <a:t>int Lubricator, Progressive System pump and Single Line System pump </a:t>
            </a:r>
            <a:r>
              <a:rPr lang="en-GB" sz="2000" noProof="0" dirty="0">
                <a:solidFill>
                  <a:srgbClr val="F86516"/>
                </a:solidFill>
              </a:rPr>
              <a:t>Stand-Alone</a:t>
            </a:r>
            <a:endParaRPr lang="en-GB" noProof="0" dirty="0">
              <a:solidFill>
                <a:srgbClr val="F86516"/>
              </a:solidFill>
            </a:endParaRPr>
          </a:p>
        </p:txBody>
      </p:sp>
      <p:sp>
        <p:nvSpPr>
          <p:cNvPr id="4" name="Text Placeholder 3">
            <a:extLst>
              <a:ext uri="{FF2B5EF4-FFF2-40B4-BE49-F238E27FC236}">
                <a16:creationId xmlns:a16="http://schemas.microsoft.com/office/drawing/2014/main" id="{6D1541BA-BA2D-0075-66FD-0D312C483D1F}"/>
              </a:ext>
            </a:extLst>
          </p:cNvPr>
          <p:cNvSpPr>
            <a:spLocks noGrp="1"/>
          </p:cNvSpPr>
          <p:nvPr>
            <p:ph type="body" idx="1"/>
          </p:nvPr>
        </p:nvSpPr>
        <p:spPr/>
        <p:txBody>
          <a:bodyPr/>
          <a:lstStyle/>
          <a:p>
            <a:r>
              <a:rPr lang="en-GB" noProof="0" dirty="0"/>
              <a:t>BEE controller</a:t>
            </a:r>
          </a:p>
        </p:txBody>
      </p:sp>
      <p:sp>
        <p:nvSpPr>
          <p:cNvPr id="14" name="TextBox 13">
            <a:extLst>
              <a:ext uri="{FF2B5EF4-FFF2-40B4-BE49-F238E27FC236}">
                <a16:creationId xmlns:a16="http://schemas.microsoft.com/office/drawing/2014/main" id="{F7883816-29C5-A620-EF50-3976E1F371CF}"/>
              </a:ext>
            </a:extLst>
          </p:cNvPr>
          <p:cNvSpPr txBox="1"/>
          <p:nvPr/>
        </p:nvSpPr>
        <p:spPr>
          <a:xfrm>
            <a:off x="193675" y="2521980"/>
            <a:ext cx="11332578" cy="3950688"/>
          </a:xfrm>
          <a:prstGeom prst="rect">
            <a:avLst/>
          </a:prstGeom>
          <a:noFill/>
          <a:ln>
            <a:solidFill>
              <a:schemeClr val="accent1"/>
            </a:solidFill>
          </a:ln>
        </p:spPr>
        <p:txBody>
          <a:bodyPr wrap="square" lIns="36000" tIns="36000" rIns="36000" bIns="36000" rtlCol="0">
            <a:spAutoFit/>
          </a:bodyPr>
          <a:lstStyle/>
          <a:p>
            <a:pPr marL="84138" lvl="1"/>
            <a:r>
              <a:rPr lang="en-GB" sz="1400" b="1" spc="-20" dirty="0"/>
              <a:t>Run time Set-up (number of strokes):</a:t>
            </a:r>
            <a:endParaRPr lang="en-GB" sz="1400" b="1" spc="-20" noProof="0" dirty="0"/>
          </a:p>
          <a:p>
            <a:pPr marL="274638" lvl="1" indent="-190500">
              <a:buFont typeface="Arial" panose="020B0604020202020204" pitchFamily="34" charset="0"/>
              <a:buChar char="•"/>
            </a:pPr>
            <a:r>
              <a:rPr lang="en-GB" sz="1400" spc="-20" noProof="0" dirty="0"/>
              <a:t>Press once “switch 1”. </a:t>
            </a:r>
          </a:p>
          <a:p>
            <a:pPr marL="274638" lvl="1" indent="-190500">
              <a:buFont typeface="Arial" panose="020B0604020202020204" pitchFamily="34" charset="0"/>
              <a:buChar char="•"/>
            </a:pPr>
            <a:r>
              <a:rPr lang="en-GB" sz="1400" spc="-20" noProof="0" dirty="0"/>
              <a:t>“</a:t>
            </a:r>
            <a:r>
              <a:rPr lang="en-GB" sz="1400" spc="-20" dirty="0"/>
              <a:t>Strokes” will appear on the screen for 3 seconds and then blank blinking screen appears during 10 seconds. If nr of strokes were previously set-up, number of strokes will appear on the screen for 10 switch seconds blinking</a:t>
            </a:r>
          </a:p>
          <a:p>
            <a:pPr marL="274638" lvl="1" indent="-190500">
              <a:buFont typeface="Arial" panose="020B0604020202020204" pitchFamily="34" charset="0"/>
              <a:buChar char="•"/>
            </a:pPr>
            <a:r>
              <a:rPr lang="en-GB" sz="1400" spc="-20" noProof="0" dirty="0"/>
              <a:t>While blinking screen, press </a:t>
            </a:r>
            <a:r>
              <a:rPr lang="en-GB" sz="1400" spc="-20" dirty="0"/>
              <a:t>“switch 1” (increase) or “2” (decrement) in order to select the</a:t>
            </a:r>
            <a:r>
              <a:rPr lang="en-GB" sz="1400" spc="-20" noProof="0" dirty="0"/>
              <a:t> needed number of strokes</a:t>
            </a:r>
          </a:p>
          <a:p>
            <a:pPr marL="274638" lvl="1" indent="-190500">
              <a:buFont typeface="Arial" panose="020B0604020202020204" pitchFamily="34" charset="0"/>
              <a:buChar char="•"/>
            </a:pPr>
            <a:r>
              <a:rPr lang="en-GB" sz="1400" spc="-20" noProof="0" dirty="0"/>
              <a:t>Once needed number of strokes </a:t>
            </a:r>
            <a:r>
              <a:rPr lang="en-GB" sz="1400" spc="-20" dirty="0"/>
              <a:t>is reached, w</a:t>
            </a:r>
            <a:r>
              <a:rPr lang="en-GB" sz="1400" spc="-20" noProof="0" dirty="0"/>
              <a:t>ait 5 seconds and number of stro</a:t>
            </a:r>
            <a:r>
              <a:rPr lang="en-GB" sz="1400" spc="-20" dirty="0"/>
              <a:t>kes stop blinking </a:t>
            </a:r>
            <a:r>
              <a:rPr lang="en-GB" sz="1400" spc="-20" noProof="0" dirty="0"/>
              <a:t>on the screen. Run time is now set-up</a:t>
            </a:r>
          </a:p>
          <a:p>
            <a:pPr marL="274638" lvl="1" indent="-190500">
              <a:buFont typeface="Arial" panose="020B0604020202020204" pitchFamily="34" charset="0"/>
              <a:buChar char="•"/>
            </a:pPr>
            <a:r>
              <a:rPr lang="en-GB" sz="1400" spc="-20" dirty="0"/>
              <a:t>Re-start again the same steps if number of strokes needs to be modified</a:t>
            </a:r>
          </a:p>
          <a:p>
            <a:pPr marL="274638" lvl="1" indent="-190500">
              <a:buFont typeface="Arial" panose="020B0604020202020204" pitchFamily="34" charset="0"/>
              <a:buChar char="•"/>
            </a:pPr>
            <a:r>
              <a:rPr lang="en-GB" sz="1400" spc="-20" dirty="0"/>
              <a:t>If number of strokes are modified during run time, new run time (strokes) will be driven in the next lubrication cycle (after the pause time)</a:t>
            </a:r>
          </a:p>
          <a:p>
            <a:pPr marL="274638" lvl="1" indent="-190500">
              <a:buFont typeface="Arial" panose="020B0604020202020204" pitchFamily="34" charset="0"/>
              <a:buChar char="•"/>
            </a:pPr>
            <a:endParaRPr lang="en-GB" sz="1400" spc="-20" noProof="0" dirty="0"/>
          </a:p>
          <a:p>
            <a:pPr marL="84138" lvl="1"/>
            <a:r>
              <a:rPr lang="en-GB" sz="1400" b="1" spc="-20" dirty="0"/>
              <a:t>Pause time Set-up (hours):</a:t>
            </a:r>
            <a:endParaRPr lang="en-GB" sz="1400" b="1" spc="-20" noProof="0" dirty="0"/>
          </a:p>
          <a:p>
            <a:pPr marL="274638" lvl="1" indent="-190500">
              <a:buFont typeface="Arial" panose="020B0604020202020204" pitchFamily="34" charset="0"/>
              <a:buChar char="•"/>
            </a:pPr>
            <a:r>
              <a:rPr lang="en-GB" sz="1400" spc="-20" dirty="0"/>
              <a:t>Press once “switch 2”.</a:t>
            </a:r>
          </a:p>
          <a:p>
            <a:pPr marL="274638" lvl="1" indent="-190500">
              <a:buFont typeface="Arial" panose="020B0604020202020204" pitchFamily="34" charset="0"/>
              <a:buChar char="•"/>
            </a:pPr>
            <a:r>
              <a:rPr lang="en-GB" sz="1400" spc="-20" dirty="0"/>
              <a:t>“Pause T” will appear on the screen for 3 seconds and then blank blinking screen appears during 10 seconds. If pause time was previously set-up, it will appear on the screen for 10 seconds blinking</a:t>
            </a:r>
          </a:p>
          <a:p>
            <a:pPr marL="274638" lvl="1" indent="-190500">
              <a:buFont typeface="Arial" panose="020B0604020202020204" pitchFamily="34" charset="0"/>
              <a:buChar char="•"/>
            </a:pPr>
            <a:r>
              <a:rPr lang="en-GB" sz="1400" spc="-20" dirty="0"/>
              <a:t>While blinking screen, press “switch 1” (increase) or “switch 2” (decrement) in order to select the needed pause time. Keep key pressed in order to accelerate.</a:t>
            </a:r>
          </a:p>
          <a:p>
            <a:pPr marL="274638" lvl="1" indent="-190500">
              <a:buFont typeface="Arial" panose="020B0604020202020204" pitchFamily="34" charset="0"/>
              <a:buChar char="•"/>
            </a:pPr>
            <a:r>
              <a:rPr lang="en-GB" sz="1400" spc="-20" dirty="0"/>
              <a:t>Once needed pause time is reached, wait 5 seconds and screen will stop blinking. Pause time is now set-up</a:t>
            </a:r>
          </a:p>
          <a:p>
            <a:pPr marL="274638" lvl="1" indent="-190500">
              <a:buFont typeface="Arial" panose="020B0604020202020204" pitchFamily="34" charset="0"/>
              <a:buChar char="•"/>
            </a:pPr>
            <a:r>
              <a:rPr lang="en-GB" sz="1400" spc="-20" dirty="0"/>
              <a:t>Re-start again the same steps if Pause time needs to be modified</a:t>
            </a:r>
          </a:p>
          <a:p>
            <a:pPr marL="274638" lvl="1" indent="-190500">
              <a:buFont typeface="Arial" panose="020B0604020202020204" pitchFamily="34" charset="0"/>
              <a:buChar char="•"/>
            </a:pPr>
            <a:r>
              <a:rPr lang="en-GB" sz="1400" spc="-20" dirty="0"/>
              <a:t>If pause time is modified during pause time, new one will be driven in the next lubrication cycle (after run time)</a:t>
            </a:r>
          </a:p>
        </p:txBody>
      </p:sp>
      <p:pic>
        <p:nvPicPr>
          <p:cNvPr id="7" name="Picture 6">
            <a:extLst>
              <a:ext uri="{FF2B5EF4-FFF2-40B4-BE49-F238E27FC236}">
                <a16:creationId xmlns:a16="http://schemas.microsoft.com/office/drawing/2014/main" id="{190A5F77-D999-1BC3-29E7-9AFC6674E2BF}"/>
              </a:ext>
            </a:extLst>
          </p:cNvPr>
          <p:cNvPicPr>
            <a:picLocks noChangeAspect="1"/>
          </p:cNvPicPr>
          <p:nvPr/>
        </p:nvPicPr>
        <p:blipFill>
          <a:blip r:embed="rId2"/>
          <a:stretch>
            <a:fillRect/>
          </a:stretch>
        </p:blipFill>
        <p:spPr>
          <a:xfrm>
            <a:off x="7745314" y="271066"/>
            <a:ext cx="4170462" cy="1983184"/>
          </a:xfrm>
          <a:prstGeom prst="rect">
            <a:avLst/>
          </a:prstGeom>
        </p:spPr>
      </p:pic>
    </p:spTree>
    <p:extLst>
      <p:ext uri="{BB962C8B-B14F-4D97-AF65-F5344CB8AC3E}">
        <p14:creationId xmlns:p14="http://schemas.microsoft.com/office/powerpoint/2010/main" val="25728754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EDC9F-D262-3C04-7963-E963E542D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5B0B90-5338-7322-F029-C2BBF0916C36}"/>
              </a:ext>
            </a:extLst>
          </p:cNvPr>
          <p:cNvSpPr>
            <a:spLocks noGrp="1"/>
          </p:cNvSpPr>
          <p:nvPr>
            <p:ph type="title"/>
          </p:nvPr>
        </p:nvSpPr>
        <p:spPr>
          <a:xfrm>
            <a:off x="193676" y="1152525"/>
            <a:ext cx="7551638" cy="1101725"/>
          </a:xfrm>
        </p:spPr>
        <p:txBody>
          <a:bodyPr/>
          <a:lstStyle/>
          <a:p>
            <a:r>
              <a:rPr lang="en-GB" noProof="0" dirty="0"/>
              <a:t>Mode – Set-up</a:t>
            </a:r>
            <a:br>
              <a:rPr lang="en-GB" noProof="0" dirty="0"/>
            </a:br>
            <a:r>
              <a:rPr lang="en-GB" sz="2000" noProof="0" dirty="0"/>
              <a:t>Multi</a:t>
            </a:r>
            <a:r>
              <a:rPr lang="en-GB" sz="2000" dirty="0"/>
              <a:t>-po</a:t>
            </a:r>
            <a:r>
              <a:rPr lang="en-GB" sz="2000" noProof="0" dirty="0"/>
              <a:t>int Lubricator </a:t>
            </a:r>
            <a:r>
              <a:rPr lang="en-GB" sz="2000" noProof="0" dirty="0">
                <a:solidFill>
                  <a:srgbClr val="F86516"/>
                </a:solidFill>
              </a:rPr>
              <a:t>Stand-Alone</a:t>
            </a:r>
            <a:endParaRPr lang="en-GB" noProof="0" dirty="0">
              <a:solidFill>
                <a:srgbClr val="F86516"/>
              </a:solidFill>
            </a:endParaRPr>
          </a:p>
        </p:txBody>
      </p:sp>
      <p:sp>
        <p:nvSpPr>
          <p:cNvPr id="4" name="Text Placeholder 3">
            <a:extLst>
              <a:ext uri="{FF2B5EF4-FFF2-40B4-BE49-F238E27FC236}">
                <a16:creationId xmlns:a16="http://schemas.microsoft.com/office/drawing/2014/main" id="{7BA42495-7FA5-765A-09A6-4007259E71FB}"/>
              </a:ext>
            </a:extLst>
          </p:cNvPr>
          <p:cNvSpPr>
            <a:spLocks noGrp="1"/>
          </p:cNvSpPr>
          <p:nvPr>
            <p:ph type="body" idx="1"/>
          </p:nvPr>
        </p:nvSpPr>
        <p:spPr/>
        <p:txBody>
          <a:bodyPr/>
          <a:lstStyle/>
          <a:p>
            <a:r>
              <a:rPr lang="en-GB" noProof="0" dirty="0"/>
              <a:t>BEE controller</a:t>
            </a:r>
          </a:p>
        </p:txBody>
      </p:sp>
      <p:sp>
        <p:nvSpPr>
          <p:cNvPr id="14" name="TextBox 13">
            <a:extLst>
              <a:ext uri="{FF2B5EF4-FFF2-40B4-BE49-F238E27FC236}">
                <a16:creationId xmlns:a16="http://schemas.microsoft.com/office/drawing/2014/main" id="{060E7858-79B8-5F2A-B1EA-1CA9883A48DA}"/>
              </a:ext>
            </a:extLst>
          </p:cNvPr>
          <p:cNvSpPr txBox="1"/>
          <p:nvPr/>
        </p:nvSpPr>
        <p:spPr>
          <a:xfrm>
            <a:off x="193675" y="2521980"/>
            <a:ext cx="11332578" cy="2658026"/>
          </a:xfrm>
          <a:prstGeom prst="rect">
            <a:avLst/>
          </a:prstGeom>
          <a:noFill/>
          <a:ln>
            <a:solidFill>
              <a:schemeClr val="accent1"/>
            </a:solidFill>
          </a:ln>
        </p:spPr>
        <p:txBody>
          <a:bodyPr wrap="square" lIns="36000" tIns="36000" rIns="36000" bIns="36000" rtlCol="0">
            <a:spAutoFit/>
          </a:bodyPr>
          <a:lstStyle/>
          <a:p>
            <a:pPr marL="84138" lvl="1"/>
            <a:r>
              <a:rPr lang="en-GB" sz="1400" b="1" spc="-20" dirty="0"/>
              <a:t>Run time Set-up (number of strokes):</a:t>
            </a:r>
            <a:endParaRPr lang="en-GB" sz="1400" b="1" spc="-20" noProof="0" dirty="0"/>
          </a:p>
          <a:p>
            <a:pPr marL="274638" lvl="1" indent="-190500">
              <a:buFont typeface="Arial" panose="020B0604020202020204" pitchFamily="34" charset="0"/>
              <a:buChar char="•"/>
            </a:pPr>
            <a:r>
              <a:rPr lang="en-GB" sz="1400" spc="-20" dirty="0"/>
              <a:t>Run time in this mode is fixed (6 strokes) so if “Switch 1” is pressed there should be no reaction</a:t>
            </a:r>
          </a:p>
          <a:p>
            <a:pPr marL="274638" lvl="1" indent="-190500">
              <a:buFont typeface="Arial" panose="020B0604020202020204" pitchFamily="34" charset="0"/>
              <a:buChar char="•"/>
            </a:pPr>
            <a:endParaRPr lang="en-GB" sz="1400" spc="-20" noProof="0" dirty="0"/>
          </a:p>
          <a:p>
            <a:pPr marL="84138" lvl="1"/>
            <a:r>
              <a:rPr lang="en-GB" sz="1400" b="1" spc="-20" dirty="0"/>
              <a:t>Pause time Set-up (hours):</a:t>
            </a:r>
          </a:p>
          <a:p>
            <a:pPr marL="274638" lvl="1" indent="-190500">
              <a:buFont typeface="Arial" panose="020B0604020202020204" pitchFamily="34" charset="0"/>
              <a:buChar char="•"/>
            </a:pPr>
            <a:r>
              <a:rPr lang="en-GB" sz="1400" spc="-20" dirty="0"/>
              <a:t>Press once “switch 2”.</a:t>
            </a:r>
          </a:p>
          <a:p>
            <a:pPr marL="274638" lvl="1" indent="-190500">
              <a:buFont typeface="Arial" panose="020B0604020202020204" pitchFamily="34" charset="0"/>
              <a:buChar char="•"/>
            </a:pPr>
            <a:r>
              <a:rPr lang="en-GB" sz="1400" spc="-20" dirty="0"/>
              <a:t>“Pause T” will appear on the screen for 3 seconds and then blank blinking screen appears during 10 seconds. If pause time was previously set-up, it will appear on the screen for 10 seconds blinking</a:t>
            </a:r>
          </a:p>
          <a:p>
            <a:pPr marL="274638" lvl="1" indent="-190500">
              <a:buFont typeface="Arial" panose="020B0604020202020204" pitchFamily="34" charset="0"/>
              <a:buChar char="•"/>
            </a:pPr>
            <a:r>
              <a:rPr lang="en-GB" sz="1400" spc="-20" dirty="0"/>
              <a:t>While blinking screen, press “switch 1” (increase) or “switch 2” (decrement) in order to select the needed pause time. Keep key pressed in order to accelerate.</a:t>
            </a:r>
          </a:p>
          <a:p>
            <a:pPr marL="274638" lvl="1" indent="-190500">
              <a:buFont typeface="Arial" panose="020B0604020202020204" pitchFamily="34" charset="0"/>
              <a:buChar char="•"/>
            </a:pPr>
            <a:r>
              <a:rPr lang="en-GB" sz="1400" spc="-20" dirty="0"/>
              <a:t>Once needed pause time is reached, wait 5 seconds and screen will stop blinking. Pause time is now set-up</a:t>
            </a:r>
          </a:p>
          <a:p>
            <a:pPr marL="274638" lvl="1" indent="-190500">
              <a:buFont typeface="Arial" panose="020B0604020202020204" pitchFamily="34" charset="0"/>
              <a:buChar char="•"/>
            </a:pPr>
            <a:r>
              <a:rPr lang="en-GB" sz="1400" spc="-20" dirty="0"/>
              <a:t>Re-start again the same steps if Pause time needs to be modified</a:t>
            </a:r>
          </a:p>
          <a:p>
            <a:pPr marL="274638" lvl="1" indent="-190500">
              <a:buFont typeface="Arial" panose="020B0604020202020204" pitchFamily="34" charset="0"/>
              <a:buChar char="•"/>
            </a:pPr>
            <a:r>
              <a:rPr lang="en-GB" sz="1400" spc="-20" dirty="0"/>
              <a:t>If pause time is modified during pause time, new one will be driven in the next lubrication cycle (after run time)</a:t>
            </a:r>
          </a:p>
        </p:txBody>
      </p:sp>
      <p:pic>
        <p:nvPicPr>
          <p:cNvPr id="7" name="Picture 6">
            <a:extLst>
              <a:ext uri="{FF2B5EF4-FFF2-40B4-BE49-F238E27FC236}">
                <a16:creationId xmlns:a16="http://schemas.microsoft.com/office/drawing/2014/main" id="{8D0D6C05-E526-B868-FC72-10C31F269427}"/>
              </a:ext>
            </a:extLst>
          </p:cNvPr>
          <p:cNvPicPr>
            <a:picLocks noChangeAspect="1"/>
          </p:cNvPicPr>
          <p:nvPr/>
        </p:nvPicPr>
        <p:blipFill>
          <a:blip r:embed="rId2"/>
          <a:stretch>
            <a:fillRect/>
          </a:stretch>
        </p:blipFill>
        <p:spPr>
          <a:xfrm>
            <a:off x="7745314" y="271066"/>
            <a:ext cx="4170462" cy="1983184"/>
          </a:xfrm>
          <a:prstGeom prst="rect">
            <a:avLst/>
          </a:prstGeom>
        </p:spPr>
      </p:pic>
    </p:spTree>
    <p:extLst>
      <p:ext uri="{BB962C8B-B14F-4D97-AF65-F5344CB8AC3E}">
        <p14:creationId xmlns:p14="http://schemas.microsoft.com/office/powerpoint/2010/main" val="2981029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FF082-3B51-9D49-F1C9-C858C8569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27663D-65AE-15CE-6F84-4A17465A728E}"/>
              </a:ext>
            </a:extLst>
          </p:cNvPr>
          <p:cNvSpPr>
            <a:spLocks noGrp="1"/>
          </p:cNvSpPr>
          <p:nvPr>
            <p:ph type="title"/>
          </p:nvPr>
        </p:nvSpPr>
        <p:spPr>
          <a:xfrm>
            <a:off x="193676" y="1152525"/>
            <a:ext cx="7551638" cy="1101725"/>
          </a:xfrm>
        </p:spPr>
        <p:txBody>
          <a:bodyPr/>
          <a:lstStyle/>
          <a:p>
            <a:r>
              <a:rPr lang="en-GB" noProof="0" dirty="0"/>
              <a:t>Mode – Set-up</a:t>
            </a:r>
            <a:br>
              <a:rPr lang="en-GB" noProof="0" dirty="0"/>
            </a:br>
            <a:r>
              <a:rPr lang="en-GB" sz="2000" noProof="0" dirty="0"/>
              <a:t>Progressive System pump and Single Line System pump </a:t>
            </a:r>
            <a:r>
              <a:rPr lang="en-GB" sz="2000" noProof="0" dirty="0">
                <a:solidFill>
                  <a:srgbClr val="F86516"/>
                </a:solidFill>
              </a:rPr>
              <a:t>PLC control</a:t>
            </a:r>
            <a:endParaRPr lang="en-GB" noProof="0" dirty="0">
              <a:solidFill>
                <a:srgbClr val="F86516"/>
              </a:solidFill>
            </a:endParaRPr>
          </a:p>
        </p:txBody>
      </p:sp>
      <p:sp>
        <p:nvSpPr>
          <p:cNvPr id="4" name="Text Placeholder 3">
            <a:extLst>
              <a:ext uri="{FF2B5EF4-FFF2-40B4-BE49-F238E27FC236}">
                <a16:creationId xmlns:a16="http://schemas.microsoft.com/office/drawing/2014/main" id="{1DB446ED-A315-BD58-1990-23526D18A7BD}"/>
              </a:ext>
            </a:extLst>
          </p:cNvPr>
          <p:cNvSpPr>
            <a:spLocks noGrp="1"/>
          </p:cNvSpPr>
          <p:nvPr>
            <p:ph type="body" idx="1"/>
          </p:nvPr>
        </p:nvSpPr>
        <p:spPr/>
        <p:txBody>
          <a:bodyPr/>
          <a:lstStyle/>
          <a:p>
            <a:r>
              <a:rPr lang="en-GB" noProof="0" dirty="0"/>
              <a:t>BEE controller</a:t>
            </a:r>
          </a:p>
        </p:txBody>
      </p:sp>
      <p:sp>
        <p:nvSpPr>
          <p:cNvPr id="14" name="TextBox 13">
            <a:extLst>
              <a:ext uri="{FF2B5EF4-FFF2-40B4-BE49-F238E27FC236}">
                <a16:creationId xmlns:a16="http://schemas.microsoft.com/office/drawing/2014/main" id="{BA71A76E-6E91-C4B8-16E5-80D6BB034226}"/>
              </a:ext>
            </a:extLst>
          </p:cNvPr>
          <p:cNvSpPr txBox="1"/>
          <p:nvPr/>
        </p:nvSpPr>
        <p:spPr>
          <a:xfrm>
            <a:off x="193675" y="2434892"/>
            <a:ext cx="11332578" cy="3088913"/>
          </a:xfrm>
          <a:prstGeom prst="rect">
            <a:avLst/>
          </a:prstGeom>
          <a:noFill/>
          <a:ln>
            <a:solidFill>
              <a:schemeClr val="accent1"/>
            </a:solidFill>
          </a:ln>
        </p:spPr>
        <p:txBody>
          <a:bodyPr wrap="square" lIns="36000" tIns="36000" rIns="36000" bIns="36000" rtlCol="0">
            <a:spAutoFit/>
          </a:bodyPr>
          <a:lstStyle/>
          <a:p>
            <a:pPr marL="84138" lvl="1"/>
            <a:r>
              <a:rPr lang="en-GB" sz="1400" b="1" spc="-20" dirty="0"/>
              <a:t>Run time Set-up (number of strokes):</a:t>
            </a:r>
            <a:endParaRPr lang="en-GB" sz="1400" b="1" spc="-20" noProof="0" dirty="0"/>
          </a:p>
          <a:p>
            <a:pPr marL="274638" lvl="1" indent="-190500">
              <a:buFont typeface="Arial" panose="020B0604020202020204" pitchFamily="34" charset="0"/>
              <a:buChar char="•"/>
            </a:pPr>
            <a:r>
              <a:rPr lang="en-GB" sz="1400" spc="-20" noProof="0" dirty="0"/>
              <a:t>For these 2 modes, “</a:t>
            </a:r>
            <a:r>
              <a:rPr lang="en-GB" sz="1400" spc="-20" dirty="0"/>
              <a:t>Strokes” are set-up at maximum (15) by default at the factory. Use this maximal number of strokes for the first filling of the system</a:t>
            </a:r>
          </a:p>
          <a:p>
            <a:pPr marL="274638" lvl="1" indent="-190500">
              <a:buFont typeface="Arial" panose="020B0604020202020204" pitchFamily="34" charset="0"/>
              <a:buChar char="•"/>
            </a:pPr>
            <a:r>
              <a:rPr lang="en-GB" sz="1400" spc="-20" dirty="0">
                <a:highlight>
                  <a:srgbClr val="FFFF00"/>
                </a:highlight>
              </a:rPr>
              <a:t>If strokes need to be changed press once “switch 1”.</a:t>
            </a:r>
            <a:r>
              <a:rPr lang="en-GB" sz="1400" spc="-20" dirty="0"/>
              <a:t>     (what about the cycles, 1 stroke =Forword + reverse)</a:t>
            </a:r>
          </a:p>
          <a:p>
            <a:pPr marL="274638" lvl="1" indent="-190500">
              <a:buFont typeface="Arial" panose="020B0604020202020204" pitchFamily="34" charset="0"/>
              <a:buChar char="•"/>
            </a:pPr>
            <a:r>
              <a:rPr lang="en-GB" sz="1400" spc="-20" dirty="0"/>
              <a:t>Maximum strokes (15) appears blinking on screen during 10 seconds.</a:t>
            </a:r>
          </a:p>
          <a:p>
            <a:pPr marL="274638" lvl="1" indent="-190500">
              <a:buFont typeface="Arial" panose="020B0604020202020204" pitchFamily="34" charset="0"/>
              <a:buChar char="•"/>
            </a:pPr>
            <a:r>
              <a:rPr lang="en-GB" sz="1400" spc="-20" noProof="0" dirty="0"/>
              <a:t>While blinking screen, press </a:t>
            </a:r>
            <a:r>
              <a:rPr lang="en-GB" sz="1400" spc="-20" dirty="0"/>
              <a:t>“switch 1” (increase) or “switch 2” (decrement) in order to select the</a:t>
            </a:r>
            <a:r>
              <a:rPr lang="en-GB" sz="1400" spc="-20" noProof="0" dirty="0"/>
              <a:t> needed number of strokes</a:t>
            </a:r>
          </a:p>
          <a:p>
            <a:pPr marL="274638" lvl="1" indent="-190500">
              <a:buFont typeface="Arial" panose="020B0604020202020204" pitchFamily="34" charset="0"/>
              <a:buChar char="•"/>
            </a:pPr>
            <a:r>
              <a:rPr lang="en-GB" sz="1400" spc="-20" noProof="0" dirty="0"/>
              <a:t>Once needed number of strokes </a:t>
            </a:r>
            <a:r>
              <a:rPr lang="en-GB" sz="1400" spc="-20" dirty="0"/>
              <a:t>is reached, w</a:t>
            </a:r>
            <a:r>
              <a:rPr lang="en-GB" sz="1400" spc="-20" noProof="0" dirty="0"/>
              <a:t>ait 5 seconds and number of stro</a:t>
            </a:r>
            <a:r>
              <a:rPr lang="en-GB" sz="1400" spc="-20" dirty="0"/>
              <a:t>kes stop blinking </a:t>
            </a:r>
            <a:r>
              <a:rPr lang="en-GB" sz="1400" spc="-20" noProof="0" dirty="0"/>
              <a:t>on the screen. Run time is now set-up</a:t>
            </a:r>
          </a:p>
          <a:p>
            <a:pPr marL="274638" lvl="1" indent="-190500">
              <a:buFont typeface="Arial" panose="020B0604020202020204" pitchFamily="34" charset="0"/>
              <a:buChar char="•"/>
            </a:pPr>
            <a:r>
              <a:rPr lang="en-GB" sz="1400" spc="-20" dirty="0"/>
              <a:t>Re-start again the same steps if number of strokes needs to be modified</a:t>
            </a:r>
          </a:p>
          <a:p>
            <a:pPr marL="274638" lvl="1" indent="-190500">
              <a:buFont typeface="Arial" panose="020B0604020202020204" pitchFamily="34" charset="0"/>
              <a:buChar char="•"/>
            </a:pPr>
            <a:r>
              <a:rPr lang="en-GB" sz="1400" spc="-20" dirty="0"/>
              <a:t>If number of strokes are modified during run time, new run time (strokes) will be driven in the next lubrication cycle (after the pause time)</a:t>
            </a:r>
          </a:p>
          <a:p>
            <a:pPr marL="274638" lvl="1" indent="-190500">
              <a:buFont typeface="Arial" panose="020B0604020202020204" pitchFamily="34" charset="0"/>
              <a:buChar char="•"/>
            </a:pPr>
            <a:endParaRPr lang="en-GB" sz="1400" spc="-20" noProof="0" dirty="0"/>
          </a:p>
          <a:p>
            <a:pPr marL="84138" lvl="1"/>
            <a:r>
              <a:rPr lang="en-GB" sz="1400" b="1" spc="-20" dirty="0"/>
              <a:t>Pause time Set-up (hours):</a:t>
            </a:r>
            <a:endParaRPr lang="en-GB" sz="1400" b="1" spc="-20" noProof="0" dirty="0"/>
          </a:p>
          <a:p>
            <a:pPr marL="274638" lvl="1" indent="-190500">
              <a:buFont typeface="Arial" panose="020B0604020202020204" pitchFamily="34" charset="0"/>
              <a:buChar char="•"/>
            </a:pPr>
            <a:r>
              <a:rPr lang="en-GB" sz="1400" spc="-20" dirty="0"/>
              <a:t>For these 2 modes pause time is by default set-up at factory at maximum pause time (999 hours) and cannot be changed.</a:t>
            </a:r>
          </a:p>
          <a:p>
            <a:pPr marL="274638" lvl="1" indent="-190500">
              <a:buFont typeface="Arial" panose="020B0604020202020204" pitchFamily="34" charset="0"/>
              <a:buChar char="•"/>
            </a:pPr>
            <a:r>
              <a:rPr lang="en-GB" sz="1400" spc="-20" dirty="0"/>
              <a:t>For first filling of the system, PLC will control the BEE (power supply) making a minimum pause time of 5 minutes in order to protect the motor from burning</a:t>
            </a:r>
          </a:p>
        </p:txBody>
      </p:sp>
      <p:pic>
        <p:nvPicPr>
          <p:cNvPr id="7" name="Picture 6">
            <a:extLst>
              <a:ext uri="{FF2B5EF4-FFF2-40B4-BE49-F238E27FC236}">
                <a16:creationId xmlns:a16="http://schemas.microsoft.com/office/drawing/2014/main" id="{02DBC50F-3988-C34E-5A85-58CEB6C6B62D}"/>
              </a:ext>
            </a:extLst>
          </p:cNvPr>
          <p:cNvPicPr>
            <a:picLocks noChangeAspect="1"/>
          </p:cNvPicPr>
          <p:nvPr/>
        </p:nvPicPr>
        <p:blipFill>
          <a:blip r:embed="rId2"/>
          <a:stretch>
            <a:fillRect/>
          </a:stretch>
        </p:blipFill>
        <p:spPr>
          <a:xfrm>
            <a:off x="7745314" y="271066"/>
            <a:ext cx="4170462" cy="1983184"/>
          </a:xfrm>
          <a:prstGeom prst="rect">
            <a:avLst/>
          </a:prstGeom>
        </p:spPr>
      </p:pic>
    </p:spTree>
    <p:extLst>
      <p:ext uri="{BB962C8B-B14F-4D97-AF65-F5344CB8AC3E}">
        <p14:creationId xmlns:p14="http://schemas.microsoft.com/office/powerpoint/2010/main" val="354026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00B9F-037E-3DD9-AD06-2E1BB6631A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B7238B-CC6B-2AD1-24BB-5C78231E7B0C}"/>
              </a:ext>
            </a:extLst>
          </p:cNvPr>
          <p:cNvSpPr>
            <a:spLocks noGrp="1"/>
          </p:cNvSpPr>
          <p:nvPr>
            <p:ph type="title"/>
          </p:nvPr>
        </p:nvSpPr>
        <p:spPr>
          <a:xfrm>
            <a:off x="193676" y="1152525"/>
            <a:ext cx="7551638" cy="1101725"/>
          </a:xfrm>
        </p:spPr>
        <p:txBody>
          <a:bodyPr/>
          <a:lstStyle/>
          <a:p>
            <a:r>
              <a:rPr lang="en-GB" noProof="0" dirty="0"/>
              <a:t>Mode – Set-up</a:t>
            </a:r>
            <a:br>
              <a:rPr lang="en-GB" noProof="0" dirty="0"/>
            </a:br>
            <a:r>
              <a:rPr lang="en-GB" sz="2000" noProof="0" dirty="0"/>
              <a:t>Multi-point Lubricator </a:t>
            </a:r>
            <a:r>
              <a:rPr lang="en-GB" sz="2000" noProof="0" dirty="0">
                <a:solidFill>
                  <a:srgbClr val="F86516"/>
                </a:solidFill>
              </a:rPr>
              <a:t>PLC control</a:t>
            </a:r>
            <a:endParaRPr lang="en-GB" noProof="0" dirty="0">
              <a:solidFill>
                <a:srgbClr val="F86516"/>
              </a:solidFill>
            </a:endParaRPr>
          </a:p>
        </p:txBody>
      </p:sp>
      <p:sp>
        <p:nvSpPr>
          <p:cNvPr id="4" name="Text Placeholder 3">
            <a:extLst>
              <a:ext uri="{FF2B5EF4-FFF2-40B4-BE49-F238E27FC236}">
                <a16:creationId xmlns:a16="http://schemas.microsoft.com/office/drawing/2014/main" id="{56D4A4F7-24F9-E0B6-E539-9B55BA467AFB}"/>
              </a:ext>
            </a:extLst>
          </p:cNvPr>
          <p:cNvSpPr>
            <a:spLocks noGrp="1"/>
          </p:cNvSpPr>
          <p:nvPr>
            <p:ph type="body" idx="1"/>
          </p:nvPr>
        </p:nvSpPr>
        <p:spPr/>
        <p:txBody>
          <a:bodyPr/>
          <a:lstStyle/>
          <a:p>
            <a:r>
              <a:rPr lang="en-GB" noProof="0" dirty="0"/>
              <a:t>BEE controller</a:t>
            </a:r>
          </a:p>
        </p:txBody>
      </p:sp>
      <p:sp>
        <p:nvSpPr>
          <p:cNvPr id="14" name="TextBox 13">
            <a:extLst>
              <a:ext uri="{FF2B5EF4-FFF2-40B4-BE49-F238E27FC236}">
                <a16:creationId xmlns:a16="http://schemas.microsoft.com/office/drawing/2014/main" id="{0059525A-7D19-0E0B-9C27-1A5F0BA596CC}"/>
              </a:ext>
            </a:extLst>
          </p:cNvPr>
          <p:cNvSpPr txBox="1"/>
          <p:nvPr/>
        </p:nvSpPr>
        <p:spPr>
          <a:xfrm>
            <a:off x="193675" y="2434892"/>
            <a:ext cx="11332578" cy="2873470"/>
          </a:xfrm>
          <a:prstGeom prst="rect">
            <a:avLst/>
          </a:prstGeom>
          <a:noFill/>
          <a:ln>
            <a:solidFill>
              <a:schemeClr val="accent1"/>
            </a:solidFill>
          </a:ln>
        </p:spPr>
        <p:txBody>
          <a:bodyPr wrap="square" lIns="36000" tIns="36000" rIns="36000" bIns="36000" rtlCol="0">
            <a:spAutoFit/>
          </a:bodyPr>
          <a:lstStyle/>
          <a:p>
            <a:pPr marL="84138" lvl="1"/>
            <a:r>
              <a:rPr lang="en-GB" sz="1400" b="1" spc="-20" dirty="0"/>
              <a:t>Run time Set-up (number of strokes):</a:t>
            </a:r>
            <a:endParaRPr lang="en-GB" sz="1400" b="1" spc="-20" noProof="0" dirty="0"/>
          </a:p>
          <a:p>
            <a:pPr marL="274638" lvl="1" indent="-190500">
              <a:buFont typeface="Arial" panose="020B0604020202020204" pitchFamily="34" charset="0"/>
              <a:buChar char="•"/>
            </a:pPr>
            <a:r>
              <a:rPr lang="en-GB" sz="1400" spc="-20" noProof="0" dirty="0"/>
              <a:t>For these mode, “</a:t>
            </a:r>
            <a:r>
              <a:rPr lang="en-GB" sz="1400" spc="-20" dirty="0"/>
              <a:t>Strokes” are set-up at 6 by default at the factory. Use this maximal number of strokes for the first filling of the system</a:t>
            </a:r>
          </a:p>
          <a:p>
            <a:pPr marL="274638" lvl="1" indent="-190500">
              <a:buFont typeface="Arial" panose="020B0604020202020204" pitchFamily="34" charset="0"/>
              <a:buChar char="•"/>
            </a:pPr>
            <a:r>
              <a:rPr lang="en-GB" sz="1400" spc="-20" dirty="0">
                <a:highlight>
                  <a:srgbClr val="FFFF00"/>
                </a:highlight>
              </a:rPr>
              <a:t>If strokes need to be changed press once “switch 1”.</a:t>
            </a:r>
            <a:r>
              <a:rPr lang="en-GB" sz="1400" spc="-20" dirty="0"/>
              <a:t>     (in PLC mode is switch action needed?)</a:t>
            </a:r>
          </a:p>
          <a:p>
            <a:pPr marL="274638" lvl="1" indent="-190500">
              <a:buFont typeface="Arial" panose="020B0604020202020204" pitchFamily="34" charset="0"/>
              <a:buChar char="•"/>
            </a:pPr>
            <a:r>
              <a:rPr lang="en-GB" sz="1400" spc="-20" dirty="0"/>
              <a:t>Strokes (6) appears blinking on screen during 10 seconds.</a:t>
            </a:r>
          </a:p>
          <a:p>
            <a:pPr marL="274638" lvl="1" indent="-190500">
              <a:buFont typeface="Arial" panose="020B0604020202020204" pitchFamily="34" charset="0"/>
              <a:buChar char="•"/>
            </a:pPr>
            <a:r>
              <a:rPr lang="en-GB" sz="1400" spc="-20" noProof="0" dirty="0"/>
              <a:t>While blinking screen, press </a:t>
            </a:r>
            <a:r>
              <a:rPr lang="en-GB" sz="1400" spc="-20" dirty="0"/>
              <a:t>“switch 2”  in order to reduce strokes, Maximum strokes for this mode is 6.</a:t>
            </a:r>
            <a:endParaRPr lang="en-GB" sz="1400" spc="-20" noProof="0" dirty="0"/>
          </a:p>
          <a:p>
            <a:pPr marL="274638" lvl="1" indent="-190500">
              <a:buFont typeface="Arial" panose="020B0604020202020204" pitchFamily="34" charset="0"/>
              <a:buChar char="•"/>
            </a:pPr>
            <a:r>
              <a:rPr lang="en-GB" sz="1400" spc="-20" noProof="0" dirty="0"/>
              <a:t>Once needed number of strokes </a:t>
            </a:r>
            <a:r>
              <a:rPr lang="en-GB" sz="1400" spc="-20" dirty="0"/>
              <a:t>is reached, w</a:t>
            </a:r>
            <a:r>
              <a:rPr lang="en-GB" sz="1400" spc="-20" noProof="0" dirty="0"/>
              <a:t>ait 5 seconds and number of stro</a:t>
            </a:r>
            <a:r>
              <a:rPr lang="en-GB" sz="1400" spc="-20" dirty="0"/>
              <a:t>kes stop blinking </a:t>
            </a:r>
            <a:r>
              <a:rPr lang="en-GB" sz="1400" spc="-20" noProof="0" dirty="0"/>
              <a:t>on the screen. Run time is now set-up</a:t>
            </a:r>
          </a:p>
          <a:p>
            <a:pPr marL="274638" lvl="1" indent="-190500">
              <a:buFont typeface="Arial" panose="020B0604020202020204" pitchFamily="34" charset="0"/>
              <a:buChar char="•"/>
            </a:pPr>
            <a:r>
              <a:rPr lang="en-GB" sz="1400" spc="-20" dirty="0"/>
              <a:t>Re-start again the same steps if number of strokes needs to be modified</a:t>
            </a:r>
          </a:p>
          <a:p>
            <a:pPr marL="274638" lvl="1" indent="-190500">
              <a:buFont typeface="Arial" panose="020B0604020202020204" pitchFamily="34" charset="0"/>
              <a:buChar char="•"/>
            </a:pPr>
            <a:r>
              <a:rPr lang="en-GB" sz="1400" spc="-20" dirty="0"/>
              <a:t>If number of strokes are modified during run time, new run time (strokes) will be driven in the next lubrication cycle (after the pause time)</a:t>
            </a:r>
          </a:p>
          <a:p>
            <a:pPr marL="274638" lvl="1" indent="-190500">
              <a:buFont typeface="Arial" panose="020B0604020202020204" pitchFamily="34" charset="0"/>
              <a:buChar char="•"/>
            </a:pPr>
            <a:endParaRPr lang="en-GB" sz="1400" spc="-20" noProof="0" dirty="0"/>
          </a:p>
          <a:p>
            <a:pPr marL="84138" lvl="1"/>
            <a:r>
              <a:rPr lang="en-GB" sz="1400" b="1" spc="-20" dirty="0"/>
              <a:t>Pause time Set-up (hours):</a:t>
            </a:r>
            <a:endParaRPr lang="en-GB" sz="1400" b="1" spc="-20" noProof="0" dirty="0"/>
          </a:p>
          <a:p>
            <a:pPr marL="274638" lvl="1" indent="-190500">
              <a:buFont typeface="Arial" panose="020B0604020202020204" pitchFamily="34" charset="0"/>
              <a:buChar char="•"/>
            </a:pPr>
            <a:r>
              <a:rPr lang="en-GB" sz="1400" spc="-20" dirty="0"/>
              <a:t>For these mode pause time is by default set-up at factory at maximum pause time (999 hours) and cannot be changed.</a:t>
            </a:r>
          </a:p>
          <a:p>
            <a:pPr marL="274638" lvl="1" indent="-190500">
              <a:buFont typeface="Arial" panose="020B0604020202020204" pitchFamily="34" charset="0"/>
              <a:buChar char="•"/>
            </a:pPr>
            <a:r>
              <a:rPr lang="en-GB" sz="1400" spc="-20" dirty="0"/>
              <a:t>For first filling of the system, PLC will control the BEE (power supply) making a minimum pause time of 5 minutes in order to protect the motor from burning</a:t>
            </a:r>
          </a:p>
        </p:txBody>
      </p:sp>
      <p:pic>
        <p:nvPicPr>
          <p:cNvPr id="7" name="Picture 6">
            <a:extLst>
              <a:ext uri="{FF2B5EF4-FFF2-40B4-BE49-F238E27FC236}">
                <a16:creationId xmlns:a16="http://schemas.microsoft.com/office/drawing/2014/main" id="{12BD2D2B-AA22-77B3-3900-677A09AFC24F}"/>
              </a:ext>
            </a:extLst>
          </p:cNvPr>
          <p:cNvPicPr>
            <a:picLocks noChangeAspect="1"/>
          </p:cNvPicPr>
          <p:nvPr/>
        </p:nvPicPr>
        <p:blipFill>
          <a:blip r:embed="rId2"/>
          <a:stretch>
            <a:fillRect/>
          </a:stretch>
        </p:blipFill>
        <p:spPr>
          <a:xfrm>
            <a:off x="7745314" y="271066"/>
            <a:ext cx="4170462" cy="1983184"/>
          </a:xfrm>
          <a:prstGeom prst="rect">
            <a:avLst/>
          </a:prstGeom>
        </p:spPr>
      </p:pic>
    </p:spTree>
    <p:extLst>
      <p:ext uri="{BB962C8B-B14F-4D97-AF65-F5344CB8AC3E}">
        <p14:creationId xmlns:p14="http://schemas.microsoft.com/office/powerpoint/2010/main" val="200181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7BC6C-89F0-88E6-B893-46BCCE632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78361-FA92-8892-CF7D-4CABAC3BE853}"/>
              </a:ext>
            </a:extLst>
          </p:cNvPr>
          <p:cNvSpPr>
            <a:spLocks noGrp="1"/>
          </p:cNvSpPr>
          <p:nvPr>
            <p:ph type="title"/>
          </p:nvPr>
        </p:nvSpPr>
        <p:spPr>
          <a:xfrm>
            <a:off x="193676" y="1152525"/>
            <a:ext cx="7551638" cy="1101725"/>
          </a:xfrm>
        </p:spPr>
        <p:txBody>
          <a:bodyPr/>
          <a:lstStyle/>
          <a:p>
            <a:r>
              <a:rPr lang="en-GB" noProof="0" dirty="0"/>
              <a:t>First filling of the system</a:t>
            </a:r>
            <a:br>
              <a:rPr lang="en-GB" noProof="0" dirty="0"/>
            </a:br>
            <a:r>
              <a:rPr lang="en-GB" sz="2000" noProof="0" dirty="0"/>
              <a:t>All modes </a:t>
            </a:r>
            <a:r>
              <a:rPr lang="en-GB" sz="2000" noProof="0" dirty="0">
                <a:solidFill>
                  <a:srgbClr val="F86516"/>
                </a:solidFill>
              </a:rPr>
              <a:t>Stand-Alone</a:t>
            </a:r>
            <a:endParaRPr lang="en-GB" noProof="0" dirty="0">
              <a:solidFill>
                <a:srgbClr val="F86516"/>
              </a:solidFill>
            </a:endParaRPr>
          </a:p>
        </p:txBody>
      </p:sp>
      <p:sp>
        <p:nvSpPr>
          <p:cNvPr id="4" name="Text Placeholder 3">
            <a:extLst>
              <a:ext uri="{FF2B5EF4-FFF2-40B4-BE49-F238E27FC236}">
                <a16:creationId xmlns:a16="http://schemas.microsoft.com/office/drawing/2014/main" id="{017DF8D6-CE13-AA23-B58C-C64572F6114F}"/>
              </a:ext>
            </a:extLst>
          </p:cNvPr>
          <p:cNvSpPr>
            <a:spLocks noGrp="1"/>
          </p:cNvSpPr>
          <p:nvPr>
            <p:ph type="body" idx="1"/>
          </p:nvPr>
        </p:nvSpPr>
        <p:spPr/>
        <p:txBody>
          <a:bodyPr/>
          <a:lstStyle/>
          <a:p>
            <a:r>
              <a:rPr lang="en-GB" noProof="0" dirty="0"/>
              <a:t>BEE controller</a:t>
            </a:r>
          </a:p>
        </p:txBody>
      </p:sp>
      <p:pic>
        <p:nvPicPr>
          <p:cNvPr id="7" name="Picture 6">
            <a:extLst>
              <a:ext uri="{FF2B5EF4-FFF2-40B4-BE49-F238E27FC236}">
                <a16:creationId xmlns:a16="http://schemas.microsoft.com/office/drawing/2014/main" id="{90872FF0-B64E-8EF0-7DAB-C6306204E205}"/>
              </a:ext>
            </a:extLst>
          </p:cNvPr>
          <p:cNvPicPr>
            <a:picLocks noChangeAspect="1"/>
          </p:cNvPicPr>
          <p:nvPr/>
        </p:nvPicPr>
        <p:blipFill>
          <a:blip r:embed="rId2"/>
          <a:stretch>
            <a:fillRect/>
          </a:stretch>
        </p:blipFill>
        <p:spPr>
          <a:xfrm>
            <a:off x="7745314" y="271066"/>
            <a:ext cx="4170462" cy="1983184"/>
          </a:xfrm>
          <a:prstGeom prst="rect">
            <a:avLst/>
          </a:prstGeom>
        </p:spPr>
      </p:pic>
      <p:sp>
        <p:nvSpPr>
          <p:cNvPr id="5" name="TextBox 4">
            <a:extLst>
              <a:ext uri="{FF2B5EF4-FFF2-40B4-BE49-F238E27FC236}">
                <a16:creationId xmlns:a16="http://schemas.microsoft.com/office/drawing/2014/main" id="{41F1116C-67BC-831A-7E7E-DA124387C9D9}"/>
              </a:ext>
            </a:extLst>
          </p:cNvPr>
          <p:cNvSpPr txBox="1"/>
          <p:nvPr/>
        </p:nvSpPr>
        <p:spPr>
          <a:xfrm>
            <a:off x="193675" y="2265354"/>
            <a:ext cx="11802382" cy="1558888"/>
          </a:xfrm>
          <a:prstGeom prst="rect">
            <a:avLst/>
          </a:prstGeom>
          <a:solidFill>
            <a:schemeClr val="bg1"/>
          </a:solidFill>
        </p:spPr>
        <p:txBody>
          <a:bodyPr wrap="square" lIns="0" tIns="0" rIns="0" bIns="0" rtlCol="0">
            <a:spAutoFit/>
          </a:bodyPr>
          <a:lstStyle/>
          <a:p>
            <a:pPr algn="l">
              <a:lnSpc>
                <a:spcPct val="107000"/>
              </a:lnSpc>
              <a:spcBef>
                <a:spcPts val="1200"/>
              </a:spcBef>
            </a:pPr>
            <a:r>
              <a:rPr lang="en-GB" sz="2400" spc="-20" noProof="0" dirty="0"/>
              <a:t>In order to enable a first faster filling of the system for Stand-alone modes, an exceptional shorter pause time (5 min) will be available. For it, Password 2 will be required. This exceptional pause time cannot be used as standard pause time (min 1 hour)</a:t>
            </a:r>
          </a:p>
        </p:txBody>
      </p:sp>
      <p:sp>
        <p:nvSpPr>
          <p:cNvPr id="3" name="TextBox 2">
            <a:extLst>
              <a:ext uri="{FF2B5EF4-FFF2-40B4-BE49-F238E27FC236}">
                <a16:creationId xmlns:a16="http://schemas.microsoft.com/office/drawing/2014/main" id="{46C986DD-D236-52FA-9D6B-61BD2D5D5C69}"/>
              </a:ext>
            </a:extLst>
          </p:cNvPr>
          <p:cNvSpPr txBox="1"/>
          <p:nvPr/>
        </p:nvSpPr>
        <p:spPr>
          <a:xfrm>
            <a:off x="193675" y="4243067"/>
            <a:ext cx="11332578" cy="1796252"/>
          </a:xfrm>
          <a:prstGeom prst="rect">
            <a:avLst/>
          </a:prstGeom>
          <a:noFill/>
          <a:ln>
            <a:solidFill>
              <a:schemeClr val="accent1"/>
            </a:solidFill>
          </a:ln>
        </p:spPr>
        <p:txBody>
          <a:bodyPr wrap="square" lIns="36000" tIns="36000" rIns="36000" bIns="36000" rtlCol="0">
            <a:spAutoFit/>
          </a:bodyPr>
          <a:lstStyle/>
          <a:p>
            <a:pPr marL="274638" lvl="1" indent="-190500">
              <a:buFont typeface="Arial" panose="020B0604020202020204" pitchFamily="34" charset="0"/>
              <a:buChar char="•"/>
            </a:pPr>
            <a:r>
              <a:rPr lang="en-GB" sz="1400" spc="-20" noProof="0" dirty="0"/>
              <a:t>Press ““switch </a:t>
            </a:r>
            <a:r>
              <a:rPr lang="en-GB" sz="1400" spc="-20" dirty="0"/>
              <a:t>2” k</a:t>
            </a:r>
            <a:r>
              <a:rPr lang="en-GB" sz="1400" spc="-20" noProof="0" dirty="0"/>
              <a:t>ey during 10 seconds. </a:t>
            </a:r>
          </a:p>
          <a:p>
            <a:pPr marL="274638" lvl="1" indent="-190500">
              <a:buFont typeface="Arial" panose="020B0604020202020204" pitchFamily="34" charset="0"/>
              <a:buChar char="•"/>
            </a:pPr>
            <a:r>
              <a:rPr lang="en-GB" sz="1400" spc="-20" dirty="0"/>
              <a:t>“password” appears blinking on screen</a:t>
            </a:r>
          </a:p>
          <a:p>
            <a:pPr marL="274638" lvl="1" indent="-190500">
              <a:buFont typeface="Arial" panose="020B0604020202020204" pitchFamily="34" charset="0"/>
              <a:buChar char="•"/>
            </a:pPr>
            <a:r>
              <a:rPr lang="en-GB" sz="1400" spc="-20" noProof="0" dirty="0"/>
              <a:t> press switch 1 till first digit </a:t>
            </a:r>
            <a:r>
              <a:rPr lang="en-GB" sz="1400" spc="-20" dirty="0"/>
              <a:t>reaches wished number (0-9), then press switch 2 to select second digit. Once all 4 digits are selected, wait 5 seconds and password 2 will be saved</a:t>
            </a:r>
          </a:p>
          <a:p>
            <a:pPr marL="274638" lvl="1" indent="-190500">
              <a:buFont typeface="Arial" panose="020B0604020202020204" pitchFamily="34" charset="0"/>
              <a:buChar char="•"/>
            </a:pPr>
            <a:r>
              <a:rPr lang="en-GB" sz="1400" spc="-20" noProof="0" dirty="0"/>
              <a:t>To access to BEE controller settings, press “switch 2” during 10 seconds</a:t>
            </a:r>
          </a:p>
          <a:p>
            <a:pPr marL="274638" lvl="1" indent="-190500">
              <a:buFont typeface="Arial" panose="020B0604020202020204" pitchFamily="34" charset="0"/>
              <a:buChar char="•"/>
            </a:pPr>
            <a:r>
              <a:rPr lang="en-GB" sz="1400" spc="-20" noProof="0" dirty="0"/>
              <a:t>Fo</a:t>
            </a:r>
            <a:r>
              <a:rPr lang="en-GB" sz="1400" spc="-20" dirty="0"/>
              <a:t>ur blank digits will appear blinking.</a:t>
            </a:r>
          </a:p>
          <a:p>
            <a:pPr marL="274638" lvl="1" indent="-190500">
              <a:buFont typeface="Arial" panose="020B0604020202020204" pitchFamily="34" charset="0"/>
              <a:buChar char="•"/>
            </a:pPr>
            <a:r>
              <a:rPr lang="en-GB" sz="1400" spc="-20" noProof="0" dirty="0"/>
              <a:t>Enter pre-created password using “switch 1” for selecting digit and “switch 2” to swift to next digit till all 4 digits of password have been entered. Wait 5 seconds and BEE controller will be accessible.</a:t>
            </a:r>
          </a:p>
        </p:txBody>
      </p:sp>
    </p:spTree>
    <p:extLst>
      <p:ext uri="{BB962C8B-B14F-4D97-AF65-F5344CB8AC3E}">
        <p14:creationId xmlns:p14="http://schemas.microsoft.com/office/powerpoint/2010/main" val="17218872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D8D07-D244-DF3A-6A27-10A316745B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3A98A5-62EE-7A18-29A5-7E70947530AE}"/>
              </a:ext>
            </a:extLst>
          </p:cNvPr>
          <p:cNvSpPr>
            <a:spLocks noGrp="1"/>
          </p:cNvSpPr>
          <p:nvPr>
            <p:ph type="title"/>
          </p:nvPr>
        </p:nvSpPr>
        <p:spPr>
          <a:xfrm>
            <a:off x="193676" y="1152525"/>
            <a:ext cx="7551638" cy="1101725"/>
          </a:xfrm>
        </p:spPr>
        <p:txBody>
          <a:bodyPr/>
          <a:lstStyle/>
          <a:p>
            <a:r>
              <a:rPr lang="en-GB" noProof="0" dirty="0"/>
              <a:t>Mode – Set-up</a:t>
            </a:r>
            <a:br>
              <a:rPr lang="en-GB" noProof="0" dirty="0"/>
            </a:br>
            <a:r>
              <a:rPr lang="en-GB" sz="2000" noProof="0" dirty="0"/>
              <a:t>All modes </a:t>
            </a:r>
            <a:r>
              <a:rPr lang="en-GB" sz="2000" noProof="0" dirty="0">
                <a:solidFill>
                  <a:srgbClr val="F86516"/>
                </a:solidFill>
              </a:rPr>
              <a:t>Stand-Alone &amp; PLC Control</a:t>
            </a:r>
            <a:endParaRPr lang="en-GB" noProof="0" dirty="0">
              <a:solidFill>
                <a:srgbClr val="F86516"/>
              </a:solidFill>
            </a:endParaRPr>
          </a:p>
        </p:txBody>
      </p:sp>
      <p:sp>
        <p:nvSpPr>
          <p:cNvPr id="4" name="Text Placeholder 3">
            <a:extLst>
              <a:ext uri="{FF2B5EF4-FFF2-40B4-BE49-F238E27FC236}">
                <a16:creationId xmlns:a16="http://schemas.microsoft.com/office/drawing/2014/main" id="{87040888-8DD4-DE78-492D-4657C0912F78}"/>
              </a:ext>
            </a:extLst>
          </p:cNvPr>
          <p:cNvSpPr>
            <a:spLocks noGrp="1"/>
          </p:cNvSpPr>
          <p:nvPr>
            <p:ph type="body" idx="1"/>
          </p:nvPr>
        </p:nvSpPr>
        <p:spPr/>
        <p:txBody>
          <a:bodyPr/>
          <a:lstStyle/>
          <a:p>
            <a:r>
              <a:rPr lang="en-GB" noProof="0" dirty="0"/>
              <a:t>BEE controller</a:t>
            </a:r>
          </a:p>
        </p:txBody>
      </p:sp>
      <p:pic>
        <p:nvPicPr>
          <p:cNvPr id="7" name="Picture 6">
            <a:extLst>
              <a:ext uri="{FF2B5EF4-FFF2-40B4-BE49-F238E27FC236}">
                <a16:creationId xmlns:a16="http://schemas.microsoft.com/office/drawing/2014/main" id="{C13CC53B-A094-D1B9-C5C1-B63706DA6D83}"/>
              </a:ext>
            </a:extLst>
          </p:cNvPr>
          <p:cNvPicPr>
            <a:picLocks noChangeAspect="1"/>
          </p:cNvPicPr>
          <p:nvPr/>
        </p:nvPicPr>
        <p:blipFill>
          <a:blip r:embed="rId2"/>
          <a:stretch>
            <a:fillRect/>
          </a:stretch>
        </p:blipFill>
        <p:spPr>
          <a:xfrm>
            <a:off x="7745314" y="271066"/>
            <a:ext cx="4170462" cy="1983184"/>
          </a:xfrm>
          <a:prstGeom prst="rect">
            <a:avLst/>
          </a:prstGeom>
        </p:spPr>
      </p:pic>
      <p:sp>
        <p:nvSpPr>
          <p:cNvPr id="5" name="TextBox 4">
            <a:extLst>
              <a:ext uri="{FF2B5EF4-FFF2-40B4-BE49-F238E27FC236}">
                <a16:creationId xmlns:a16="http://schemas.microsoft.com/office/drawing/2014/main" id="{285CF2C5-6C8D-50A0-D8D2-8F6948203B90}"/>
              </a:ext>
            </a:extLst>
          </p:cNvPr>
          <p:cNvSpPr txBox="1"/>
          <p:nvPr/>
        </p:nvSpPr>
        <p:spPr>
          <a:xfrm>
            <a:off x="1324396" y="2858145"/>
            <a:ext cx="10040290" cy="1745606"/>
          </a:xfrm>
          <a:prstGeom prst="rect">
            <a:avLst/>
          </a:prstGeom>
          <a:solidFill>
            <a:schemeClr val="bg1"/>
          </a:solidFill>
        </p:spPr>
        <p:txBody>
          <a:bodyPr wrap="square" lIns="0" tIns="0" rIns="0" bIns="0" rtlCol="0">
            <a:spAutoFit/>
          </a:bodyPr>
          <a:lstStyle/>
          <a:p>
            <a:pPr algn="l">
              <a:lnSpc>
                <a:spcPct val="107000"/>
              </a:lnSpc>
              <a:spcBef>
                <a:spcPts val="1200"/>
              </a:spcBef>
            </a:pPr>
            <a:r>
              <a:rPr lang="en-GB" sz="3600" spc="-20" noProof="0" dirty="0"/>
              <a:t>Once selected the mode, values of strokes and pause time will appear on the screen during each phase decrementing</a:t>
            </a:r>
          </a:p>
        </p:txBody>
      </p:sp>
    </p:spTree>
    <p:extLst>
      <p:ext uri="{BB962C8B-B14F-4D97-AF65-F5344CB8AC3E}">
        <p14:creationId xmlns:p14="http://schemas.microsoft.com/office/powerpoint/2010/main" val="14826851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3DBE3-0BA8-6759-D13D-9D76AAE6EE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861386-0382-B4AE-6F47-C95E80D88BB6}"/>
              </a:ext>
            </a:extLst>
          </p:cNvPr>
          <p:cNvSpPr>
            <a:spLocks noGrp="1"/>
          </p:cNvSpPr>
          <p:nvPr>
            <p:ph type="title"/>
          </p:nvPr>
        </p:nvSpPr>
        <p:spPr>
          <a:xfrm>
            <a:off x="193676" y="1152525"/>
            <a:ext cx="7551638" cy="1101725"/>
          </a:xfrm>
        </p:spPr>
        <p:txBody>
          <a:bodyPr/>
          <a:lstStyle/>
          <a:p>
            <a:r>
              <a:rPr lang="en-GB" noProof="0" dirty="0"/>
              <a:t>Password 2 setting</a:t>
            </a:r>
            <a:br>
              <a:rPr lang="en-GB" noProof="0" dirty="0"/>
            </a:br>
            <a:r>
              <a:rPr lang="en-GB" sz="2000" noProof="0" dirty="0"/>
              <a:t>All modes </a:t>
            </a:r>
            <a:r>
              <a:rPr lang="en-GB" sz="2000" noProof="0" dirty="0">
                <a:solidFill>
                  <a:srgbClr val="F86516"/>
                </a:solidFill>
              </a:rPr>
              <a:t>Stand-Alone &amp; PLC Control</a:t>
            </a:r>
            <a:endParaRPr lang="en-GB" noProof="0" dirty="0">
              <a:solidFill>
                <a:srgbClr val="F86516"/>
              </a:solidFill>
            </a:endParaRPr>
          </a:p>
        </p:txBody>
      </p:sp>
      <p:sp>
        <p:nvSpPr>
          <p:cNvPr id="4" name="Text Placeholder 3">
            <a:extLst>
              <a:ext uri="{FF2B5EF4-FFF2-40B4-BE49-F238E27FC236}">
                <a16:creationId xmlns:a16="http://schemas.microsoft.com/office/drawing/2014/main" id="{08FF169D-5F58-A11D-C4E3-E6C18DF1518E}"/>
              </a:ext>
            </a:extLst>
          </p:cNvPr>
          <p:cNvSpPr>
            <a:spLocks noGrp="1"/>
          </p:cNvSpPr>
          <p:nvPr>
            <p:ph type="body" idx="1"/>
          </p:nvPr>
        </p:nvSpPr>
        <p:spPr/>
        <p:txBody>
          <a:bodyPr/>
          <a:lstStyle/>
          <a:p>
            <a:r>
              <a:rPr lang="en-GB" noProof="0" dirty="0"/>
              <a:t>BEE controller</a:t>
            </a:r>
          </a:p>
        </p:txBody>
      </p:sp>
      <p:pic>
        <p:nvPicPr>
          <p:cNvPr id="7" name="Picture 6">
            <a:extLst>
              <a:ext uri="{FF2B5EF4-FFF2-40B4-BE49-F238E27FC236}">
                <a16:creationId xmlns:a16="http://schemas.microsoft.com/office/drawing/2014/main" id="{31D64CBA-459B-8EEE-A4BE-390E63FE830C}"/>
              </a:ext>
            </a:extLst>
          </p:cNvPr>
          <p:cNvPicPr>
            <a:picLocks noChangeAspect="1"/>
          </p:cNvPicPr>
          <p:nvPr/>
        </p:nvPicPr>
        <p:blipFill>
          <a:blip r:embed="rId2"/>
          <a:stretch>
            <a:fillRect/>
          </a:stretch>
        </p:blipFill>
        <p:spPr>
          <a:xfrm>
            <a:off x="7745314" y="271066"/>
            <a:ext cx="4170462" cy="1983184"/>
          </a:xfrm>
          <a:prstGeom prst="rect">
            <a:avLst/>
          </a:prstGeom>
        </p:spPr>
      </p:pic>
      <p:sp>
        <p:nvSpPr>
          <p:cNvPr id="6" name="TextBox 5">
            <a:extLst>
              <a:ext uri="{FF2B5EF4-FFF2-40B4-BE49-F238E27FC236}">
                <a16:creationId xmlns:a16="http://schemas.microsoft.com/office/drawing/2014/main" id="{78E2C6C3-7B56-9914-3C7B-22C4E55D6454}"/>
              </a:ext>
            </a:extLst>
          </p:cNvPr>
          <p:cNvSpPr txBox="1"/>
          <p:nvPr/>
        </p:nvSpPr>
        <p:spPr>
          <a:xfrm>
            <a:off x="193675" y="4243067"/>
            <a:ext cx="11332578" cy="1796252"/>
          </a:xfrm>
          <a:prstGeom prst="rect">
            <a:avLst/>
          </a:prstGeom>
          <a:noFill/>
          <a:ln>
            <a:solidFill>
              <a:schemeClr val="accent1"/>
            </a:solidFill>
          </a:ln>
        </p:spPr>
        <p:txBody>
          <a:bodyPr wrap="square" lIns="36000" tIns="36000" rIns="36000" bIns="36000" rtlCol="0">
            <a:spAutoFit/>
          </a:bodyPr>
          <a:lstStyle/>
          <a:p>
            <a:pPr marL="274638" lvl="1" indent="-190500">
              <a:buFont typeface="Arial" panose="020B0604020202020204" pitchFamily="34" charset="0"/>
              <a:buChar char="•"/>
            </a:pPr>
            <a:r>
              <a:rPr lang="en-GB" sz="1400" spc="-20" dirty="0"/>
              <a:t>Press once “switch 2”.</a:t>
            </a:r>
          </a:p>
          <a:p>
            <a:pPr marL="274638" lvl="1" indent="-190500">
              <a:buFont typeface="Arial" panose="020B0604020202020204" pitchFamily="34" charset="0"/>
              <a:buChar char="•"/>
            </a:pPr>
            <a:r>
              <a:rPr lang="en-GB" sz="1400" spc="-20" dirty="0"/>
              <a:t>“Pause T” will appear on the screen for 3 seconds and then blank blinking screen appears during 10 seconds. If pause time was previously set-up, it will appear on the screen for 10 seconds blinking</a:t>
            </a:r>
          </a:p>
          <a:p>
            <a:pPr marL="274638" lvl="1" indent="-190500">
              <a:buFont typeface="Arial" panose="020B0604020202020204" pitchFamily="34" charset="0"/>
              <a:buChar char="•"/>
            </a:pPr>
            <a:r>
              <a:rPr lang="en-GB" sz="1400" spc="-20" dirty="0">
                <a:highlight>
                  <a:srgbClr val="FFFF00"/>
                </a:highlight>
              </a:rPr>
              <a:t>While blinking screen, press “switch 2” during 10 seconds</a:t>
            </a:r>
            <a:r>
              <a:rPr lang="en-GB" sz="1400" spc="-20" dirty="0"/>
              <a:t>.   (need clarity)</a:t>
            </a:r>
          </a:p>
          <a:p>
            <a:pPr marL="274638" lvl="1" indent="-190500">
              <a:buFont typeface="Arial" panose="020B0604020202020204" pitchFamily="34" charset="0"/>
              <a:buChar char="•"/>
            </a:pPr>
            <a:r>
              <a:rPr lang="en-GB" sz="1400" spc="-20" dirty="0"/>
              <a:t>4 blank digits appears on the screen blinking.</a:t>
            </a:r>
          </a:p>
          <a:p>
            <a:pPr marL="274638" lvl="1" indent="-190500">
              <a:buFont typeface="Arial" panose="020B0604020202020204" pitchFamily="34" charset="0"/>
              <a:buChar char="•"/>
            </a:pPr>
            <a:r>
              <a:rPr lang="en-GB" sz="1400" spc="-20" dirty="0"/>
              <a:t>Enter Password 2 as usual: </a:t>
            </a:r>
            <a:r>
              <a:rPr lang="en-GB" sz="1400" spc="-20" noProof="0" dirty="0"/>
              <a:t> press switch 1 till first digit </a:t>
            </a:r>
            <a:r>
              <a:rPr lang="en-GB" sz="1400" spc="-20" dirty="0"/>
              <a:t>reaches wished number (0-9), then press switch 2 to select second digit. Once all 4 digits are selected, wait 5 seconds and “Pause TE” appears blinking on the screen for 3 seconds. Then blank blinking screen appears.</a:t>
            </a:r>
          </a:p>
          <a:p>
            <a:pPr marL="274638" lvl="1" indent="-190500">
              <a:buFont typeface="Arial" panose="020B0604020202020204" pitchFamily="34" charset="0"/>
              <a:buChar char="•"/>
            </a:pPr>
            <a:r>
              <a:rPr lang="en-GB" sz="1400" spc="-20" dirty="0"/>
              <a:t>Enter exceptional pause time as usual</a:t>
            </a:r>
            <a:endParaRPr lang="en-GB" sz="1400" spc="-20" noProof="0" dirty="0"/>
          </a:p>
        </p:txBody>
      </p:sp>
      <p:sp>
        <p:nvSpPr>
          <p:cNvPr id="8" name="TextBox 7">
            <a:extLst>
              <a:ext uri="{FF2B5EF4-FFF2-40B4-BE49-F238E27FC236}">
                <a16:creationId xmlns:a16="http://schemas.microsoft.com/office/drawing/2014/main" id="{FB1F4899-0A81-02FA-80CE-C9FA4F55F4DD}"/>
              </a:ext>
            </a:extLst>
          </p:cNvPr>
          <p:cNvSpPr txBox="1"/>
          <p:nvPr/>
        </p:nvSpPr>
        <p:spPr>
          <a:xfrm>
            <a:off x="1378824" y="2262906"/>
            <a:ext cx="10040290" cy="1745606"/>
          </a:xfrm>
          <a:prstGeom prst="rect">
            <a:avLst/>
          </a:prstGeom>
          <a:solidFill>
            <a:schemeClr val="bg1"/>
          </a:solidFill>
        </p:spPr>
        <p:txBody>
          <a:bodyPr wrap="square" lIns="0" tIns="0" rIns="0" bIns="0" rtlCol="0">
            <a:spAutoFit/>
          </a:bodyPr>
          <a:lstStyle/>
          <a:p>
            <a:pPr algn="l">
              <a:lnSpc>
                <a:spcPct val="107000"/>
              </a:lnSpc>
              <a:spcBef>
                <a:spcPts val="1200"/>
              </a:spcBef>
            </a:pPr>
            <a:r>
              <a:rPr lang="en-GB" sz="3600" spc="-20" noProof="0" dirty="0"/>
              <a:t>Password 2 is used to block access to BEE controller, so neither mode nor run/pause time can be modified</a:t>
            </a:r>
          </a:p>
        </p:txBody>
      </p:sp>
    </p:spTree>
    <p:extLst>
      <p:ext uri="{BB962C8B-B14F-4D97-AF65-F5344CB8AC3E}">
        <p14:creationId xmlns:p14="http://schemas.microsoft.com/office/powerpoint/2010/main" val="14953581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89094-F900-828E-B41E-11A7B46FC488}"/>
              </a:ext>
            </a:extLst>
          </p:cNvPr>
          <p:cNvSpPr>
            <a:spLocks noGrp="1"/>
          </p:cNvSpPr>
          <p:nvPr>
            <p:ph type="title"/>
          </p:nvPr>
        </p:nvSpPr>
        <p:spPr/>
        <p:txBody>
          <a:bodyPr/>
          <a:lstStyle/>
          <a:p>
            <a:r>
              <a:rPr lang="en-US" dirty="0"/>
              <a:t>BEE – Scope and Deliverables</a:t>
            </a:r>
          </a:p>
        </p:txBody>
      </p:sp>
      <p:sp>
        <p:nvSpPr>
          <p:cNvPr id="6" name="TextBox 5">
            <a:extLst>
              <a:ext uri="{FF2B5EF4-FFF2-40B4-BE49-F238E27FC236}">
                <a16:creationId xmlns:a16="http://schemas.microsoft.com/office/drawing/2014/main" id="{A2D6F57C-5C8C-CF37-3807-AFF865E5B69C}"/>
              </a:ext>
            </a:extLst>
          </p:cNvPr>
          <p:cNvSpPr txBox="1"/>
          <p:nvPr/>
        </p:nvSpPr>
        <p:spPr>
          <a:xfrm>
            <a:off x="465138" y="1343415"/>
            <a:ext cx="11090274" cy="3888244"/>
          </a:xfrm>
          <a:prstGeom prst="rect">
            <a:avLst/>
          </a:prstGeom>
          <a:noFill/>
        </p:spPr>
        <p:txBody>
          <a:bodyPr wrap="square">
            <a:spAutoFit/>
          </a:bodyPr>
          <a:lstStyle/>
          <a:p>
            <a:pPr marL="0" marR="0"/>
            <a:r>
              <a:rPr lang="en-US" sz="1200" dirty="0">
                <a:effectLst/>
                <a:ea typeface="Aptos" panose="020B0004020202020204" pitchFamily="34" charset="0"/>
                <a:cs typeface="Times New Roman" panose="02020603050405020304" pitchFamily="18" charset="0"/>
              </a:rPr>
              <a:t>Scope of the project, deliverables, quotation and investment </a:t>
            </a:r>
            <a:r>
              <a:rPr lang="en-US" sz="1200" dirty="0">
                <a:ea typeface="Aptos" panose="020B0004020202020204" pitchFamily="34" charset="0"/>
                <a:cs typeface="Times New Roman" panose="02020603050405020304" pitchFamily="18" charset="0"/>
              </a:rPr>
              <a:t>shall be mentioned in the</a:t>
            </a:r>
            <a:r>
              <a:rPr lang="en-US" sz="1200" dirty="0">
                <a:effectLst/>
                <a:ea typeface="Aptos" panose="020B0004020202020204" pitchFamily="34" charset="0"/>
                <a:cs typeface="Times New Roman" panose="02020603050405020304" pitchFamily="18" charset="0"/>
              </a:rPr>
              <a:t> SOW </a:t>
            </a:r>
            <a:r>
              <a:rPr lang="en-US" sz="1200" dirty="0">
                <a:ea typeface="Aptos" panose="020B0004020202020204" pitchFamily="34" charset="0"/>
                <a:cs typeface="Times New Roman" panose="02020603050405020304" pitchFamily="18" charset="0"/>
              </a:rPr>
              <a:t>with reference to the requirement document</a:t>
            </a:r>
            <a:r>
              <a:rPr lang="en-US" sz="1200" dirty="0">
                <a:effectLst/>
                <a:ea typeface="Aptos" panose="020B0004020202020204" pitchFamily="34" charset="0"/>
                <a:cs typeface="Times New Roman" panose="02020603050405020304" pitchFamily="18" charset="0"/>
              </a:rPr>
              <a:t>. </a:t>
            </a:r>
          </a:p>
          <a:p>
            <a:pPr marL="0" marR="0"/>
            <a:r>
              <a:rPr lang="en-US" sz="1200" dirty="0">
                <a:ea typeface="Aptos" panose="020B0004020202020204" pitchFamily="34" charset="0"/>
                <a:cs typeface="Times New Roman" panose="02020603050405020304" pitchFamily="18" charset="0"/>
              </a:rPr>
              <a:t>Provide the complete proto development charges with break up. The SOW must specify all items in accordance with the scope and any exclusions.</a:t>
            </a:r>
          </a:p>
          <a:p>
            <a:pPr marL="0" marR="0"/>
            <a:endParaRPr lang="en-US" sz="1200" dirty="0">
              <a:ea typeface="Aptos" panose="020B0004020202020204" pitchFamily="34" charset="0"/>
              <a:cs typeface="Times New Roman" panose="02020603050405020304" pitchFamily="18" charset="0"/>
            </a:endParaRPr>
          </a:p>
          <a:p>
            <a:pPr marL="0" marR="0"/>
            <a:endParaRPr lang="en-US" sz="1200" dirty="0">
              <a:effectLst/>
              <a:ea typeface="Aptos" panose="020B0004020202020204" pitchFamily="34" charset="0"/>
              <a:cs typeface="Aptos" panose="020B0004020202020204" pitchFamily="34" charset="0"/>
            </a:endParaRPr>
          </a:p>
          <a:p>
            <a:pPr marL="342900" marR="0" lvl="0" indent="-342900">
              <a:lnSpc>
                <a:spcPct val="150000"/>
              </a:lnSpc>
              <a:buFont typeface="Calibri" panose="020F0502020204030204" pitchFamily="34" charset="0"/>
              <a:buChar char="-"/>
            </a:pPr>
            <a:r>
              <a:rPr lang="en-US" sz="1200" dirty="0">
                <a:effectLst/>
                <a:ea typeface="Aptos" panose="020B0004020202020204" pitchFamily="34" charset="0"/>
                <a:cs typeface="Times New Roman" panose="02020603050405020304" pitchFamily="18" charset="0"/>
              </a:rPr>
              <a:t>Prototype </a:t>
            </a:r>
            <a:r>
              <a:rPr lang="en-US" sz="1200" dirty="0">
                <a:ea typeface="Aptos" panose="020B0004020202020204" pitchFamily="34" charset="0"/>
                <a:cs typeface="Times New Roman" panose="02020603050405020304" pitchFamily="18" charset="0"/>
              </a:rPr>
              <a:t>q</a:t>
            </a:r>
            <a:r>
              <a:rPr lang="en-US" sz="1200" dirty="0">
                <a:effectLst/>
                <a:ea typeface="Aptos" panose="020B0004020202020204" pitchFamily="34" charset="0"/>
                <a:cs typeface="Times New Roman" panose="02020603050405020304" pitchFamily="18" charset="0"/>
              </a:rPr>
              <a:t>uantity 10 no.</a:t>
            </a:r>
            <a:endParaRPr lang="en-US" sz="1200" dirty="0">
              <a:effectLst/>
              <a:ea typeface="Aptos" panose="020B0004020202020204" pitchFamily="34" charset="0"/>
              <a:cs typeface="Aptos" panose="020B0004020202020204" pitchFamily="34" charset="0"/>
            </a:endParaRPr>
          </a:p>
          <a:p>
            <a:pPr marL="342900" marR="0" lvl="0" indent="-342900">
              <a:lnSpc>
                <a:spcPct val="150000"/>
              </a:lnSpc>
              <a:buFont typeface="Calibri" panose="020F0502020204030204" pitchFamily="34" charset="0"/>
              <a:buChar char="-"/>
            </a:pPr>
            <a:r>
              <a:rPr lang="en-US" sz="1200" dirty="0">
                <a:effectLst/>
                <a:ea typeface="Aptos" panose="020B0004020202020204" pitchFamily="34" charset="0"/>
                <a:cs typeface="Times New Roman" panose="02020603050405020304" pitchFamily="18" charset="0"/>
              </a:rPr>
              <a:t>Pilot batch quantity 25 no.</a:t>
            </a:r>
            <a:endParaRPr lang="en-US" sz="1200" dirty="0">
              <a:effectLst/>
              <a:ea typeface="Aptos" panose="020B0004020202020204" pitchFamily="34" charset="0"/>
              <a:cs typeface="Aptos" panose="020B0004020202020204" pitchFamily="34" charset="0"/>
            </a:endParaRPr>
          </a:p>
          <a:p>
            <a:pPr marL="342900" marR="0" lvl="0" indent="-342900">
              <a:lnSpc>
                <a:spcPct val="150000"/>
              </a:lnSpc>
              <a:buFont typeface="Calibri" panose="020F0502020204030204" pitchFamily="34" charset="0"/>
              <a:buChar char="-"/>
            </a:pPr>
            <a:r>
              <a:rPr lang="en-US" sz="1200" dirty="0">
                <a:effectLst/>
                <a:ea typeface="Aptos" panose="020B0004020202020204" pitchFamily="34" charset="0"/>
                <a:cs typeface="Times New Roman" panose="02020603050405020304" pitchFamily="18" charset="0"/>
              </a:rPr>
              <a:t>Prototype development </a:t>
            </a:r>
          </a:p>
          <a:p>
            <a:pPr marL="342900" marR="0" lvl="0" indent="-342900">
              <a:lnSpc>
                <a:spcPct val="150000"/>
              </a:lnSpc>
              <a:buFont typeface="Calibri" panose="020F0502020204030204" pitchFamily="34" charset="0"/>
              <a:buChar char="-"/>
            </a:pPr>
            <a:r>
              <a:rPr lang="en-US" sz="1200" dirty="0">
                <a:effectLst/>
                <a:ea typeface="Aptos" panose="020B0004020202020204" pitchFamily="34" charset="0"/>
                <a:cs typeface="Times New Roman" panose="02020603050405020304" pitchFamily="18" charset="0"/>
              </a:rPr>
              <a:t>Prototype board testing(Functional testing and system integration testing)</a:t>
            </a:r>
            <a:endParaRPr lang="en-US" sz="1200" dirty="0">
              <a:effectLst/>
              <a:ea typeface="Aptos" panose="020B0004020202020204" pitchFamily="34" charset="0"/>
              <a:cs typeface="Aptos" panose="020B0004020202020204" pitchFamily="34" charset="0"/>
            </a:endParaRPr>
          </a:p>
          <a:p>
            <a:pPr marL="342900" marR="0" lvl="0" indent="-342900">
              <a:lnSpc>
                <a:spcPct val="150000"/>
              </a:lnSpc>
              <a:buFont typeface="Calibri" panose="020F0502020204030204" pitchFamily="34" charset="0"/>
              <a:buChar char="-"/>
            </a:pPr>
            <a:r>
              <a:rPr lang="en-US" sz="1200" dirty="0">
                <a:effectLst/>
                <a:ea typeface="Aptos" panose="020B0004020202020204" pitchFamily="34" charset="0"/>
                <a:cs typeface="Times New Roman" panose="02020603050405020304" pitchFamily="18" charset="0"/>
              </a:rPr>
              <a:t>Pre compliance testing</a:t>
            </a:r>
            <a:endParaRPr lang="en-US" sz="1200" dirty="0">
              <a:effectLst/>
              <a:ea typeface="Aptos" panose="020B0004020202020204" pitchFamily="34" charset="0"/>
              <a:cs typeface="Aptos" panose="020B0004020202020204" pitchFamily="34" charset="0"/>
            </a:endParaRPr>
          </a:p>
          <a:p>
            <a:pPr marL="342900" marR="0" lvl="0" indent="-342900">
              <a:lnSpc>
                <a:spcPct val="150000"/>
              </a:lnSpc>
              <a:buFont typeface="Calibri" panose="020F0502020204030204" pitchFamily="34" charset="0"/>
              <a:buChar char="-"/>
            </a:pPr>
            <a:r>
              <a:rPr lang="en-US" sz="1200" dirty="0">
                <a:effectLst/>
                <a:ea typeface="Aptos" panose="020B0004020202020204" pitchFamily="34" charset="0"/>
                <a:cs typeface="Times New Roman" panose="02020603050405020304" pitchFamily="18" charset="0"/>
              </a:rPr>
              <a:t>Support for compliance and certification of BEE Pump (EMI/EMC, IP, Vibration)</a:t>
            </a:r>
          </a:p>
          <a:p>
            <a:pPr marL="342900" indent="-342900">
              <a:lnSpc>
                <a:spcPct val="150000"/>
              </a:lnSpc>
              <a:buFont typeface="Calibri" panose="020F0502020204030204" pitchFamily="34" charset="0"/>
              <a:buChar char="-"/>
            </a:pPr>
            <a:r>
              <a:rPr lang="en-US" sz="1200" dirty="0">
                <a:effectLst/>
                <a:ea typeface="Aptos" panose="020B0004020202020204" pitchFamily="34" charset="0"/>
                <a:cs typeface="Times New Roman" panose="02020603050405020304" pitchFamily="18" charset="0"/>
              </a:rPr>
              <a:t>Production test jig development and tool </a:t>
            </a:r>
            <a:endParaRPr lang="en-US" sz="1200" dirty="0">
              <a:effectLst/>
              <a:ea typeface="Aptos" panose="020B0004020202020204" pitchFamily="34" charset="0"/>
              <a:cs typeface="Aptos" panose="020B0004020202020204" pitchFamily="34" charset="0"/>
            </a:endParaRPr>
          </a:p>
          <a:p>
            <a:pPr marL="342900" marR="0" lvl="0" indent="-342900">
              <a:lnSpc>
                <a:spcPct val="150000"/>
              </a:lnSpc>
              <a:buFont typeface="Calibri" panose="020F0502020204030204" pitchFamily="34" charset="0"/>
              <a:buChar char="-"/>
            </a:pPr>
            <a:r>
              <a:rPr lang="en-US" sz="1200" dirty="0">
                <a:effectLst/>
                <a:ea typeface="Aptos" panose="020B0004020202020204" pitchFamily="34" charset="0"/>
                <a:cs typeface="Times New Roman" panose="02020603050405020304" pitchFamily="18" charset="0"/>
              </a:rPr>
              <a:t>Production testing</a:t>
            </a:r>
            <a:endParaRPr lang="en-US" sz="1200" dirty="0">
              <a:effectLst/>
              <a:ea typeface="Aptos" panose="020B0004020202020204" pitchFamily="34" charset="0"/>
              <a:cs typeface="Aptos" panose="020B0004020202020204" pitchFamily="34" charset="0"/>
            </a:endParaRPr>
          </a:p>
          <a:p>
            <a:pPr marL="342900" marR="0" lvl="0" indent="-342900">
              <a:lnSpc>
                <a:spcPct val="150000"/>
              </a:lnSpc>
              <a:buFont typeface="Calibri" panose="020F0502020204030204" pitchFamily="34" charset="0"/>
              <a:buChar char="-"/>
            </a:pPr>
            <a:r>
              <a:rPr lang="en-US" sz="1200" dirty="0">
                <a:effectLst/>
                <a:ea typeface="Aptos" panose="020B0004020202020204" pitchFamily="34" charset="0"/>
                <a:cs typeface="Times New Roman" panose="02020603050405020304" pitchFamily="18" charset="0"/>
              </a:rPr>
              <a:t>Packaging</a:t>
            </a:r>
            <a:endParaRPr lang="en-US" sz="1200" dirty="0">
              <a:effectLst/>
              <a:ea typeface="Aptos" panose="020B0004020202020204" pitchFamily="34" charset="0"/>
              <a:cs typeface="Aptos" panose="020B0004020202020204" pitchFamily="34" charset="0"/>
            </a:endParaRPr>
          </a:p>
          <a:p>
            <a:pPr marL="342900" marR="0" lvl="0" indent="-342900">
              <a:lnSpc>
                <a:spcPct val="150000"/>
              </a:lnSpc>
              <a:buFont typeface="Calibri" panose="020F0502020204030204" pitchFamily="34" charset="0"/>
              <a:buChar char="-"/>
            </a:pPr>
            <a:r>
              <a:rPr lang="en-US" sz="1200" dirty="0">
                <a:effectLst/>
                <a:ea typeface="Aptos" panose="020B0004020202020204" pitchFamily="34" charset="0"/>
                <a:cs typeface="Times New Roman" panose="02020603050405020304" pitchFamily="18" charset="0"/>
              </a:rPr>
              <a:t>Warranty terms</a:t>
            </a:r>
          </a:p>
          <a:p>
            <a:pPr marL="342900" marR="0" lvl="0" indent="-342900">
              <a:lnSpc>
                <a:spcPct val="150000"/>
              </a:lnSpc>
              <a:buFont typeface="Calibri" panose="020F0502020204030204" pitchFamily="34" charset="0"/>
              <a:buChar char="-"/>
            </a:pPr>
            <a:endParaRPr lang="en-US" sz="1400" dirty="0">
              <a:effectLst/>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1982036"/>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0687F-C0D3-02EA-E556-7AB4AE8AE2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B64D96-82A1-FE8E-89A7-CAB558F56065}"/>
              </a:ext>
            </a:extLst>
          </p:cNvPr>
          <p:cNvSpPr>
            <a:spLocks noGrp="1"/>
          </p:cNvSpPr>
          <p:nvPr>
            <p:ph type="title"/>
          </p:nvPr>
        </p:nvSpPr>
        <p:spPr/>
        <p:txBody>
          <a:bodyPr/>
          <a:lstStyle/>
          <a:p>
            <a:r>
              <a:rPr lang="en-US" dirty="0"/>
              <a:t>BEE – Scope and Deliverables</a:t>
            </a:r>
          </a:p>
        </p:txBody>
      </p:sp>
      <p:graphicFrame>
        <p:nvGraphicFramePr>
          <p:cNvPr id="6" name="Table 5">
            <a:extLst>
              <a:ext uri="{FF2B5EF4-FFF2-40B4-BE49-F238E27FC236}">
                <a16:creationId xmlns:a16="http://schemas.microsoft.com/office/drawing/2014/main" id="{5A48B655-8212-14EB-918F-01500BA72C3F}"/>
              </a:ext>
            </a:extLst>
          </p:cNvPr>
          <p:cNvGraphicFramePr>
            <a:graphicFrameLocks noGrp="1"/>
          </p:cNvGraphicFramePr>
          <p:nvPr>
            <p:extLst>
              <p:ext uri="{D42A27DB-BD31-4B8C-83A1-F6EECF244321}">
                <p14:modId xmlns:p14="http://schemas.microsoft.com/office/powerpoint/2010/main" val="221412300"/>
              </p:ext>
            </p:extLst>
          </p:nvPr>
        </p:nvGraphicFramePr>
        <p:xfrm>
          <a:off x="550863" y="1008185"/>
          <a:ext cx="10632953" cy="5626608"/>
        </p:xfrm>
        <a:graphic>
          <a:graphicData uri="http://schemas.openxmlformats.org/drawingml/2006/table">
            <a:tbl>
              <a:tblPr firstRow="1" firstCol="1" bandRow="1">
                <a:tableStyleId>{46F890A9-2807-4EBB-B81D-B2AA78EC7F39}</a:tableStyleId>
              </a:tblPr>
              <a:tblGrid>
                <a:gridCol w="802406">
                  <a:extLst>
                    <a:ext uri="{9D8B030D-6E8A-4147-A177-3AD203B41FA5}">
                      <a16:colId xmlns:a16="http://schemas.microsoft.com/office/drawing/2014/main" val="1048735363"/>
                    </a:ext>
                  </a:extLst>
                </a:gridCol>
                <a:gridCol w="3530713">
                  <a:extLst>
                    <a:ext uri="{9D8B030D-6E8A-4147-A177-3AD203B41FA5}">
                      <a16:colId xmlns:a16="http://schemas.microsoft.com/office/drawing/2014/main" val="1705878333"/>
                    </a:ext>
                  </a:extLst>
                </a:gridCol>
                <a:gridCol w="3604156">
                  <a:extLst>
                    <a:ext uri="{9D8B030D-6E8A-4147-A177-3AD203B41FA5}">
                      <a16:colId xmlns:a16="http://schemas.microsoft.com/office/drawing/2014/main" val="2904257123"/>
                    </a:ext>
                  </a:extLst>
                </a:gridCol>
                <a:gridCol w="2695678">
                  <a:extLst>
                    <a:ext uri="{9D8B030D-6E8A-4147-A177-3AD203B41FA5}">
                      <a16:colId xmlns:a16="http://schemas.microsoft.com/office/drawing/2014/main" val="3762684204"/>
                    </a:ext>
                  </a:extLst>
                </a:gridCol>
              </a:tblGrid>
              <a:tr h="149663">
                <a:tc>
                  <a:txBody>
                    <a:bodyPr/>
                    <a:lstStyle/>
                    <a:p>
                      <a:pPr marL="0" marR="0" algn="ctr">
                        <a:lnSpc>
                          <a:spcPct val="100000"/>
                        </a:lnSpc>
                      </a:pPr>
                      <a:r>
                        <a:rPr lang="en-US" sz="1000" dirty="0">
                          <a:effectLst/>
                        </a:rPr>
                        <a:t>Sl No.</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tc>
                <a:tc>
                  <a:txBody>
                    <a:bodyPr/>
                    <a:lstStyle/>
                    <a:p>
                      <a:pPr marL="0" marR="0" algn="ctr">
                        <a:lnSpc>
                          <a:spcPct val="100000"/>
                        </a:lnSpc>
                      </a:pPr>
                      <a:r>
                        <a:rPr lang="en-US" sz="1000" dirty="0">
                          <a:effectLst/>
                        </a:rPr>
                        <a:t>Requirements</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tc>
                <a:tc>
                  <a:txBody>
                    <a:bodyPr/>
                    <a:lstStyle/>
                    <a:p>
                      <a:pPr marL="0" marR="0" algn="ctr">
                        <a:lnSpc>
                          <a:spcPct val="100000"/>
                        </a:lnSpc>
                      </a:pPr>
                      <a:r>
                        <a:rPr lang="en-US" sz="1000" dirty="0">
                          <a:effectLst/>
                        </a:rPr>
                        <a:t>Deliverables</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tc>
                <a:tc>
                  <a:txBody>
                    <a:bodyPr/>
                    <a:lstStyle/>
                    <a:p>
                      <a:pPr marL="0" marR="0" algn="ctr">
                        <a:lnSpc>
                          <a:spcPct val="100000"/>
                        </a:lnSpc>
                      </a:pPr>
                      <a:endParaRPr lang="en-US" sz="1000" dirty="0">
                        <a:effectLst/>
                      </a:endParaRPr>
                    </a:p>
                    <a:p>
                      <a:pPr marL="0" marR="0" algn="ctr">
                        <a:lnSpc>
                          <a:spcPct val="100000"/>
                        </a:lnSpc>
                      </a:pPr>
                      <a:r>
                        <a:rPr lang="en-US" sz="1000" dirty="0">
                          <a:effectLst/>
                        </a:rPr>
                        <a:t>Comment</a:t>
                      </a:r>
                    </a:p>
                  </a:txBody>
                  <a:tcPr marL="37109" marR="37109" marT="0" marB="0" anchor="ctr"/>
                </a:tc>
                <a:extLst>
                  <a:ext uri="{0D108BD9-81ED-4DB2-BD59-A6C34878D82A}">
                    <a16:rowId xmlns:a16="http://schemas.microsoft.com/office/drawing/2014/main" val="2235019262"/>
                  </a:ext>
                </a:extLst>
              </a:tr>
              <a:tr h="164592">
                <a:tc>
                  <a:txBody>
                    <a:bodyPr/>
                    <a:lstStyle/>
                    <a:p>
                      <a:pPr marL="0" marR="0" algn="ctr">
                        <a:lnSpc>
                          <a:spcPct val="100000"/>
                        </a:lnSpc>
                      </a:pPr>
                      <a:r>
                        <a:rPr lang="en-US" sz="900" dirty="0">
                          <a:effectLst/>
                        </a:rPr>
                        <a:t>1</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Technical specifications derived from requirement document</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Technical Specification documentation</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Acceptance criteria to be defined (Min and Max)</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073126763"/>
                  </a:ext>
                </a:extLst>
              </a:tr>
              <a:tr h="164592">
                <a:tc>
                  <a:txBody>
                    <a:bodyPr/>
                    <a:lstStyle/>
                    <a:p>
                      <a:pPr marL="0" marR="0" algn="ctr">
                        <a:lnSpc>
                          <a:spcPct val="100000"/>
                        </a:lnSpc>
                      </a:pPr>
                      <a:r>
                        <a:rPr lang="en-US" sz="900" dirty="0">
                          <a:effectLst/>
                        </a:rPr>
                        <a:t>2</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Hardware design</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Hardware design document (HDD)</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Must be modularization approach</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861665269"/>
                  </a:ext>
                </a:extLst>
              </a:tr>
              <a:tr h="164592">
                <a:tc>
                  <a:txBody>
                    <a:bodyPr/>
                    <a:lstStyle/>
                    <a:p>
                      <a:pPr marL="0" marR="0" algn="ctr">
                        <a:lnSpc>
                          <a:spcPct val="100000"/>
                        </a:lnSpc>
                      </a:pPr>
                      <a:r>
                        <a:rPr lang="en-US" sz="900" dirty="0">
                          <a:effectLst/>
                        </a:rPr>
                        <a:t>3</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Electrical Schematic design (with library) + pdf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303430228"/>
                  </a:ext>
                </a:extLst>
              </a:tr>
              <a:tr h="164592">
                <a:tc>
                  <a:txBody>
                    <a:bodyPr/>
                    <a:lstStyle/>
                    <a:p>
                      <a:pPr marL="0" marR="0" algn="ctr">
                        <a:lnSpc>
                          <a:spcPct val="100000"/>
                        </a:lnSpc>
                      </a:pPr>
                      <a:r>
                        <a:rPr lang="en-US" sz="900" dirty="0">
                          <a:effectLst/>
                        </a:rPr>
                        <a:t>4</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PCB layout design (with Library) + pdf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734954197"/>
                  </a:ext>
                </a:extLst>
              </a:tr>
              <a:tr h="164592">
                <a:tc>
                  <a:txBody>
                    <a:bodyPr/>
                    <a:lstStyle/>
                    <a:p>
                      <a:pPr marL="0" marR="0" algn="ctr">
                        <a:lnSpc>
                          <a:spcPct val="100000"/>
                        </a:lnSpc>
                      </a:pPr>
                      <a:r>
                        <a:rPr lang="en-US" sz="900" dirty="0">
                          <a:effectLst/>
                        </a:rPr>
                        <a:t>5</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Gerber Files ODB++</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974038445"/>
                  </a:ext>
                </a:extLst>
              </a:tr>
              <a:tr h="164592">
                <a:tc>
                  <a:txBody>
                    <a:bodyPr/>
                    <a:lstStyle/>
                    <a:p>
                      <a:pPr marL="0" marR="0" algn="ctr">
                        <a:lnSpc>
                          <a:spcPct val="100000"/>
                        </a:lnSpc>
                      </a:pPr>
                      <a:r>
                        <a:rPr lang="en-US" sz="900" dirty="0">
                          <a:effectLst/>
                        </a:rPr>
                        <a:t>6</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BOM including</a:t>
                      </a:r>
                      <a:br>
                        <a:rPr lang="en-US" sz="900" dirty="0">
                          <a:effectLst/>
                        </a:rPr>
                      </a:br>
                      <a:r>
                        <a:rPr lang="en-US" sz="900" dirty="0">
                          <a:effectLst/>
                        </a:rPr>
                        <a:t>• Quantity</a:t>
                      </a:r>
                      <a:br>
                        <a:rPr lang="en-US" sz="900" dirty="0">
                          <a:effectLst/>
                        </a:rPr>
                      </a:br>
                      <a:r>
                        <a:rPr lang="en-US" sz="900" dirty="0">
                          <a:effectLst/>
                        </a:rPr>
                        <a:t>• Description </a:t>
                      </a:r>
                      <a:br>
                        <a:rPr lang="en-US" sz="900" dirty="0">
                          <a:effectLst/>
                        </a:rPr>
                      </a:br>
                      <a:r>
                        <a:rPr lang="en-US" sz="900" dirty="0">
                          <a:effectLst/>
                        </a:rPr>
                        <a:t>• Order code </a:t>
                      </a:r>
                      <a:br>
                        <a:rPr lang="en-US" sz="900" dirty="0">
                          <a:effectLst/>
                        </a:rPr>
                      </a:br>
                      <a:r>
                        <a:rPr lang="en-US" sz="900" dirty="0">
                          <a:effectLst/>
                        </a:rPr>
                        <a:t>• Manufacturer </a:t>
                      </a:r>
                      <a:br>
                        <a:rPr lang="en-US" sz="900" dirty="0">
                          <a:effectLst/>
                        </a:rPr>
                      </a:br>
                      <a:r>
                        <a:rPr lang="en-US" sz="900" dirty="0">
                          <a:effectLst/>
                        </a:rPr>
                        <a:t>• Electrical schematic (PDF)</a:t>
                      </a:r>
                      <a:br>
                        <a:rPr lang="en-US" sz="900" dirty="0">
                          <a:effectLst/>
                        </a:rPr>
                      </a:br>
                      <a:r>
                        <a:rPr lang="en-US" sz="900" dirty="0">
                          <a:effectLst/>
                        </a:rPr>
                        <a:t>• Component placement plan (PDF)</a:t>
                      </a:r>
                      <a:br>
                        <a:rPr lang="en-US" sz="900" dirty="0">
                          <a:effectLst/>
                        </a:rPr>
                      </a:br>
                      <a:r>
                        <a:rPr lang="en-US" sz="900" dirty="0">
                          <a:effectLst/>
                        </a:rPr>
                        <a:t>• Gerber files </a:t>
                      </a:r>
                      <a:br>
                        <a:rPr lang="en-US" sz="900" dirty="0">
                          <a:effectLst/>
                        </a:rPr>
                      </a:br>
                      <a:r>
                        <a:rPr lang="en-US" sz="900" dirty="0">
                          <a:effectLst/>
                        </a:rPr>
                        <a:t>• PCB stack-up </a:t>
                      </a:r>
                      <a:br>
                        <a:rPr lang="en-US" sz="900" dirty="0">
                          <a:effectLst/>
                        </a:rPr>
                      </a:br>
                      <a:r>
                        <a:rPr lang="en-US" sz="900" dirty="0">
                          <a:effectLst/>
                        </a:rPr>
                        <a:t>            •No of layers</a:t>
                      </a:r>
                      <a:br>
                        <a:rPr lang="en-US" sz="900" dirty="0">
                          <a:effectLst/>
                        </a:rPr>
                      </a:br>
                      <a:r>
                        <a:rPr lang="en-US" sz="900" dirty="0">
                          <a:effectLst/>
                        </a:rPr>
                        <a:t>            •Copper thickness</a:t>
                      </a:r>
                      <a:br>
                        <a:rPr lang="en-US" sz="900" dirty="0">
                          <a:effectLst/>
                        </a:rPr>
                      </a:br>
                      <a:r>
                        <a:rPr lang="en-US" sz="900" dirty="0">
                          <a:effectLst/>
                        </a:rPr>
                        <a:t>            •PCB thickness</a:t>
                      </a:r>
                      <a:br>
                        <a:rPr lang="en-US" sz="900" dirty="0">
                          <a:effectLst/>
                        </a:rPr>
                      </a:br>
                      <a:r>
                        <a:rPr lang="en-US" sz="900" dirty="0">
                          <a:effectLst/>
                        </a:rPr>
                        <a:t>            •Base material (e.g., FR2 / FR4)</a:t>
                      </a:r>
                      <a:br>
                        <a:rPr lang="en-US" sz="900" dirty="0">
                          <a:effectLst/>
                        </a:rPr>
                      </a:br>
                      <a:r>
                        <a:rPr lang="en-US" sz="900" dirty="0">
                          <a:effectLst/>
                        </a:rPr>
                        <a:t>            •PCB finish (chemical tin, chemical nickel/gold)       </a:t>
                      </a:r>
                      <a:br>
                        <a:rPr lang="en-US" sz="900" dirty="0">
                          <a:effectLst/>
                        </a:rPr>
                      </a:br>
                      <a:r>
                        <a:rPr lang="en-US" sz="900" dirty="0">
                          <a:effectLst/>
                        </a:rPr>
                        <a:t>            •Test specification</a:t>
                      </a:r>
                      <a:br>
                        <a:rPr lang="en-US" sz="900" dirty="0">
                          <a:effectLst/>
                        </a:rPr>
                      </a:br>
                      <a:r>
                        <a:rPr lang="en-US" sz="900" dirty="0">
                          <a:effectLst/>
                        </a:rPr>
                        <a:t>            •Other specification (e.g., coating)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PCB zip folder including all the required files</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288726680"/>
                  </a:ext>
                </a:extLst>
              </a:tr>
              <a:tr h="164592">
                <a:tc>
                  <a:txBody>
                    <a:bodyPr/>
                    <a:lstStyle/>
                    <a:p>
                      <a:pPr marL="0" marR="0" algn="ctr">
                        <a:lnSpc>
                          <a:spcPct val="100000"/>
                        </a:lnSpc>
                      </a:pPr>
                      <a:r>
                        <a:rPr lang="en-US" sz="900" dirty="0">
                          <a:effectLst/>
                        </a:rPr>
                        <a:t>7</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Firmware design</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Software design document including flowchart (SDD)</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Must be modularization approach</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157095545"/>
                  </a:ext>
                </a:extLst>
              </a:tr>
              <a:tr h="164592">
                <a:tc>
                  <a:txBody>
                    <a:bodyPr/>
                    <a:lstStyle/>
                    <a:p>
                      <a:pPr marL="0" marR="0" algn="ctr">
                        <a:lnSpc>
                          <a:spcPct val="100000"/>
                        </a:lnSpc>
                      </a:pPr>
                      <a:r>
                        <a:rPr lang="en-US" sz="900" dirty="0">
                          <a:effectLst/>
                        </a:rPr>
                        <a:t>8</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Firmware design files</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Firmware project zip folder</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With documentation</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911542484"/>
                  </a:ext>
                </a:extLst>
              </a:tr>
              <a:tr h="164592">
                <a:tc>
                  <a:txBody>
                    <a:bodyPr/>
                    <a:lstStyle/>
                    <a:p>
                      <a:pPr marL="0" marR="0" algn="ctr">
                        <a:lnSpc>
                          <a:spcPct val="100000"/>
                        </a:lnSpc>
                      </a:pPr>
                      <a:r>
                        <a:rPr lang="en-US" sz="900" dirty="0">
                          <a:effectLst/>
                        </a:rPr>
                        <a:t>9</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Programming procedure</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Tool and necessary information required to flash the hex file</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084785388"/>
                  </a:ext>
                </a:extLst>
              </a:tr>
              <a:tr h="164592">
                <a:tc>
                  <a:txBody>
                    <a:bodyPr/>
                    <a:lstStyle/>
                    <a:p>
                      <a:pPr marL="0" marR="0" algn="ctr">
                        <a:lnSpc>
                          <a:spcPct val="100000"/>
                        </a:lnSpc>
                      </a:pPr>
                      <a:r>
                        <a:rPr lang="en-US" sz="900" dirty="0">
                          <a:effectLst/>
                        </a:rPr>
                        <a:t>10</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Testing and validation - Controller board</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Testing and validation report (DVT), Software Test Report</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015481698"/>
                  </a:ext>
                </a:extLst>
              </a:tr>
              <a:tr h="164592">
                <a:tc>
                  <a:txBody>
                    <a:bodyPr/>
                    <a:lstStyle/>
                    <a:p>
                      <a:pPr marL="0" marR="0" algn="ctr">
                        <a:lnSpc>
                          <a:spcPct val="100000"/>
                        </a:lnSpc>
                      </a:pPr>
                      <a:r>
                        <a:rPr lang="en-US" sz="900" dirty="0">
                          <a:effectLst/>
                        </a:rPr>
                        <a:t>11</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Quality Plan</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DFMEA Report</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4232341237"/>
                  </a:ext>
                </a:extLst>
              </a:tr>
              <a:tr h="164592">
                <a:tc>
                  <a:txBody>
                    <a:bodyPr/>
                    <a:lstStyle/>
                    <a:p>
                      <a:pPr marL="0" marR="0" algn="ctr">
                        <a:lnSpc>
                          <a:spcPct val="100000"/>
                        </a:lnSpc>
                      </a:pPr>
                      <a:r>
                        <a:rPr lang="en-US" sz="900" dirty="0">
                          <a:effectLst/>
                        </a:rPr>
                        <a:t>12</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Production test sequence</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Firmware</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Must be included in the main firmware</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416246678"/>
                  </a:ext>
                </a:extLst>
              </a:tr>
              <a:tr h="164592">
                <a:tc>
                  <a:txBody>
                    <a:bodyPr/>
                    <a:lstStyle/>
                    <a:p>
                      <a:pPr marL="0" marR="0" algn="ctr">
                        <a:lnSpc>
                          <a:spcPct val="100000"/>
                        </a:lnSpc>
                      </a:pPr>
                      <a:r>
                        <a:rPr lang="en-US" sz="900" dirty="0">
                          <a:effectLst/>
                        </a:rPr>
                        <a:t>13</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Production Test jig</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Complete Test Jig Design files</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Total investment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433393325"/>
                  </a:ext>
                </a:extLst>
              </a:tr>
              <a:tr h="164592">
                <a:tc>
                  <a:txBody>
                    <a:bodyPr/>
                    <a:lstStyle/>
                    <a:p>
                      <a:pPr marL="0" marR="0" algn="ctr">
                        <a:lnSpc>
                          <a:spcPct val="100000"/>
                        </a:lnSpc>
                      </a:pPr>
                      <a:r>
                        <a:rPr lang="en-US" sz="900" dirty="0">
                          <a:effectLst/>
                        </a:rPr>
                        <a:t>14</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Compliance</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35024708"/>
                  </a:ext>
                </a:extLst>
              </a:tr>
              <a:tr h="164592">
                <a:tc>
                  <a:txBody>
                    <a:bodyPr/>
                    <a:lstStyle/>
                    <a:p>
                      <a:pPr marL="0" marR="0" algn="ctr">
                        <a:lnSpc>
                          <a:spcPct val="100000"/>
                        </a:lnSpc>
                      </a:pPr>
                      <a:r>
                        <a:rPr lang="en-US" sz="900" dirty="0">
                          <a:effectLst/>
                        </a:rPr>
                        <a: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 EMI/EMC pre compliance testing</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Test Reports</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164721960"/>
                  </a:ext>
                </a:extLst>
              </a:tr>
              <a:tr h="164592">
                <a:tc>
                  <a:txBody>
                    <a:bodyPr/>
                    <a:lstStyle/>
                    <a:p>
                      <a:pPr marL="0" marR="0" algn="ctr">
                        <a:lnSpc>
                          <a:spcPct val="100000"/>
                        </a:lnSpc>
                      </a:pPr>
                      <a:r>
                        <a:rPr lang="en-US" sz="900" dirty="0">
                          <a:effectLst/>
                        </a:rPr>
                        <a: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 Reach and RoHS Certificate</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Supplier declaration</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165639654"/>
                  </a:ext>
                </a:extLst>
              </a:tr>
              <a:tr h="164592">
                <a:tc>
                  <a:txBody>
                    <a:bodyPr/>
                    <a:lstStyle/>
                    <a:p>
                      <a:pPr marL="0" marR="0" algn="ctr">
                        <a:lnSpc>
                          <a:spcPct val="100000"/>
                        </a:lnSpc>
                      </a:pPr>
                      <a:r>
                        <a:rPr lang="en-US" sz="900" dirty="0">
                          <a:effectLst/>
                        </a:rPr>
                        <a: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 PFAS</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Supplier declaration</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31906189"/>
                  </a:ext>
                </a:extLst>
              </a:tr>
              <a:tr h="164592">
                <a:tc>
                  <a:txBody>
                    <a:bodyPr/>
                    <a:lstStyle/>
                    <a:p>
                      <a:pPr marL="0" marR="0" algn="ctr">
                        <a:lnSpc>
                          <a:spcPct val="100000"/>
                        </a:lnSpc>
                      </a:pPr>
                      <a:r>
                        <a:rPr lang="en-US" sz="900" dirty="0">
                          <a:effectLst/>
                        </a:rPr>
                        <a: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 Lora Compliance</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WPC Certification for India + Global Certifications</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For Connectivity version (Future Scope)</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698586381"/>
                  </a:ext>
                </a:extLst>
              </a:tr>
              <a:tr h="164592">
                <a:tc>
                  <a:txBody>
                    <a:bodyPr/>
                    <a:lstStyle/>
                    <a:p>
                      <a:pPr marL="0" marR="0" algn="ctr">
                        <a:lnSpc>
                          <a:spcPct val="100000"/>
                        </a:lnSpc>
                      </a:pPr>
                      <a:r>
                        <a:rPr lang="en-US" sz="900" dirty="0">
                          <a:effectLst/>
                        </a:rPr>
                        <a: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 Bluetooth / Wi-Fi compliance</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WPC Certification for India + Global Certifications</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For Connectivity version (Future Scope)</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947756616"/>
                  </a:ext>
                </a:extLst>
              </a:tr>
              <a:tr h="164592">
                <a:tc>
                  <a:txBody>
                    <a:bodyPr/>
                    <a:lstStyle/>
                    <a:p>
                      <a:pPr marL="0" marR="0" algn="ctr">
                        <a:lnSpc>
                          <a:spcPct val="100000"/>
                        </a:lnSpc>
                      </a:pPr>
                      <a:r>
                        <a:rPr lang="en-US" sz="900" dirty="0">
                          <a:effectLst/>
                        </a:rPr>
                        <a:t>15</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Packaging</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Anti-static cover and corrugated box</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algn="l">
                        <a:lnSpc>
                          <a:spcPct val="100000"/>
                        </a:lnSpc>
                      </a:pPr>
                      <a:r>
                        <a:rPr lang="en-US" sz="900" dirty="0">
                          <a:effectLst/>
                        </a:rPr>
                        <a:t> </a:t>
                      </a:r>
                      <a:endParaRPr lang="en-US" sz="900" dirty="0">
                        <a:effectLst/>
                        <a:latin typeface="Aptos" panose="020B0004020202020204" pitchFamily="34" charset="0"/>
                        <a:ea typeface="Aptos" panose="020B0004020202020204" pitchFamily="34" charset="0"/>
                        <a:cs typeface="Aptos" panose="020B0004020202020204" pitchFamily="34" charset="0"/>
                      </a:endParaRPr>
                    </a:p>
                  </a:txBody>
                  <a:tcPr marL="37109" marR="37109" marT="0" marB="0"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882505312"/>
                  </a:ext>
                </a:extLst>
              </a:tr>
            </a:tbl>
          </a:graphicData>
        </a:graphic>
      </p:graphicFrame>
    </p:spTree>
    <p:extLst>
      <p:ext uri="{BB962C8B-B14F-4D97-AF65-F5344CB8AC3E}">
        <p14:creationId xmlns:p14="http://schemas.microsoft.com/office/powerpoint/2010/main" val="3797606879"/>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7496198"/>
      </p:ext>
    </p:extLst>
  </p:cSld>
  <p:clrMapOvr>
    <a:masterClrMapping/>
  </p:clrMapOvr>
  <p:transition spd="med">
    <p:fade/>
  </p:transition>
</p:sld>
</file>

<file path=ppt/tags/tag1.xml><?xml version="1.0" encoding="utf-8"?>
<p:tagLst xmlns:a="http://schemas.openxmlformats.org/drawingml/2006/main" xmlns:r="http://schemas.openxmlformats.org/officeDocument/2006/relationships" xmlns:p="http://schemas.openxmlformats.org/presentationml/2006/main">
  <p:tag name="SHAPE" val="OLD"/>
</p:tagLst>
</file>

<file path=ppt/tags/tag2.xml><?xml version="1.0" encoding="utf-8"?>
<p:tagLst xmlns:a="http://schemas.openxmlformats.org/drawingml/2006/main" xmlns:r="http://schemas.openxmlformats.org/officeDocument/2006/relationships" xmlns:p="http://schemas.openxmlformats.org/presentationml/2006/main">
  <p:tag name="SHAPE" val="OLD"/>
</p:tagLst>
</file>

<file path=ppt/tags/tag3.xml><?xml version="1.0" encoding="utf-8"?>
<p:tagLst xmlns:a="http://schemas.openxmlformats.org/drawingml/2006/main" xmlns:r="http://schemas.openxmlformats.org/officeDocument/2006/relationships" xmlns:p="http://schemas.openxmlformats.org/presentationml/2006/main">
  <p:tag name="SHAPE" val="OLD"/>
</p:tagLst>
</file>

<file path=ppt/tags/tag4.xml><?xml version="1.0" encoding="utf-8"?>
<p:tagLst xmlns:a="http://schemas.openxmlformats.org/drawingml/2006/main" xmlns:r="http://schemas.openxmlformats.org/officeDocument/2006/relationships" xmlns:p="http://schemas.openxmlformats.org/presentationml/2006/main">
  <p:tag name="SHAPE" val="OLD"/>
</p:tagLst>
</file>

<file path=ppt/tags/tag5.xml><?xml version="1.0" encoding="utf-8"?>
<p:tagLst xmlns:a="http://schemas.openxmlformats.org/drawingml/2006/main" xmlns:r="http://schemas.openxmlformats.org/officeDocument/2006/relationships" xmlns:p="http://schemas.openxmlformats.org/presentationml/2006/main">
  <p:tag name="SHAPE" val="OLD"/>
</p:tagLst>
</file>

<file path=ppt/tags/tag6.xml><?xml version="1.0" encoding="utf-8"?>
<p:tagLst xmlns:a="http://schemas.openxmlformats.org/drawingml/2006/main" xmlns:r="http://schemas.openxmlformats.org/officeDocument/2006/relationships" xmlns:p="http://schemas.openxmlformats.org/presentationml/2006/main">
  <p:tag name="SHAPE" val="OLD"/>
</p:tagLst>
</file>

<file path=ppt/tags/tag7.xml><?xml version="1.0" encoding="utf-8"?>
<p:tagLst xmlns:a="http://schemas.openxmlformats.org/drawingml/2006/main" xmlns:r="http://schemas.openxmlformats.org/officeDocument/2006/relationships" xmlns:p="http://schemas.openxmlformats.org/presentationml/2006/main">
  <p:tag name="SHAPE" val="OLD"/>
</p:tagLst>
</file>

<file path=ppt/tags/tag8.xml><?xml version="1.0" encoding="utf-8"?>
<p:tagLst xmlns:a="http://schemas.openxmlformats.org/drawingml/2006/main" xmlns:r="http://schemas.openxmlformats.org/officeDocument/2006/relationships" xmlns:p="http://schemas.openxmlformats.org/presentationml/2006/main">
  <p:tag name="SHAPE" val="OLD"/>
</p:tagLst>
</file>

<file path=ppt/tags/tag9.xml><?xml version="1.0" encoding="utf-8"?>
<p:tagLst xmlns:a="http://schemas.openxmlformats.org/drawingml/2006/main" xmlns:r="http://schemas.openxmlformats.org/officeDocument/2006/relationships" xmlns:p="http://schemas.openxmlformats.org/presentationml/2006/main">
  <p:tag name="SHAPE" val="OLD"/>
</p:tagLst>
</file>

<file path=ppt/tags/tag10.xml><?xml version="1.0" encoding="utf-8"?>
<p:tagLst xmlns:a="http://schemas.openxmlformats.org/drawingml/2006/main" xmlns:r="http://schemas.openxmlformats.org/officeDocument/2006/relationships" xmlns:p="http://schemas.openxmlformats.org/presentationml/2006/main">
  <p:tag name="SHAPE" val="OLD"/>
</p:tagLst>
</file>

<file path=ppt/tags/tag11.xml><?xml version="1.0" encoding="utf-8"?>
<p:tagLst xmlns:a="http://schemas.openxmlformats.org/drawingml/2006/main" xmlns:r="http://schemas.openxmlformats.org/officeDocument/2006/relationships" xmlns:p="http://schemas.openxmlformats.org/presentationml/2006/main">
  <p:tag name="SHAPE" val="OLD"/>
</p:tagLst>
</file>

<file path=ppt/tags/tag12.xml><?xml version="1.0" encoding="utf-8"?>
<p:tagLst xmlns:a="http://schemas.openxmlformats.org/drawingml/2006/main" xmlns:r="http://schemas.openxmlformats.org/officeDocument/2006/relationships" xmlns:p="http://schemas.openxmlformats.org/presentationml/2006/main">
  <p:tag name="SHAPE" val="OLD"/>
</p:tagLst>
</file>

<file path=ppt/tags/tag13.xml><?xml version="1.0" encoding="utf-8"?>
<p:tagLst xmlns:a="http://schemas.openxmlformats.org/drawingml/2006/main" xmlns:r="http://schemas.openxmlformats.org/officeDocument/2006/relationships" xmlns:p="http://schemas.openxmlformats.org/presentationml/2006/main">
  <p:tag name="SHAPE" val="OLD"/>
</p:tagLst>
</file>

<file path=ppt/theme/theme1.xml><?xml version="1.0" encoding="utf-8"?>
<a:theme xmlns:a="http://schemas.openxmlformats.org/drawingml/2006/main" name="SKF 2020">
  <a:themeElements>
    <a:clrScheme name="SKF Colour 2023">
      <a:dk1>
        <a:sysClr val="windowText" lastClr="000000"/>
      </a:dk1>
      <a:lt1>
        <a:sysClr val="window" lastClr="FFFFFF"/>
      </a:lt1>
      <a:dk2>
        <a:srgbClr val="5F5F64"/>
      </a:dk2>
      <a:lt2>
        <a:srgbClr val="ECECE0"/>
      </a:lt2>
      <a:accent1>
        <a:srgbClr val="485A64"/>
      </a:accent1>
      <a:accent2>
        <a:srgbClr val="94ABA6"/>
      </a:accent2>
      <a:accent3>
        <a:srgbClr val="264357"/>
      </a:accent3>
      <a:accent4>
        <a:srgbClr val="426460"/>
      </a:accent4>
      <a:accent5>
        <a:srgbClr val="781E93"/>
      </a:accent5>
      <a:accent6>
        <a:srgbClr val="0F58D6"/>
      </a:accent6>
      <a:hlink>
        <a:srgbClr val="0F58D6"/>
      </a:hlink>
      <a:folHlink>
        <a:srgbClr val="781E93"/>
      </a:folHlink>
    </a:clrScheme>
    <a:fontScheme name="SKF Office Sans">
      <a:majorFont>
        <a:latin typeface="SKF Sans Office Medium"/>
        <a:ea typeface=""/>
        <a:cs typeface=""/>
      </a:majorFont>
      <a:minorFont>
        <a:latin typeface="SKF Sans Offic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lgn="ctr">
          <a:defRPr sz="20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ts val="2800"/>
          </a:lnSpc>
          <a:defRPr sz="2000" dirty="0" err="1" smtClean="0"/>
        </a:defPPr>
      </a:lstStyle>
    </a:txDef>
  </a:objectDefaults>
  <a:extraClrSchemeLst/>
  <a:extLst>
    <a:ext uri="{05A4C25C-085E-4340-85A3-A5531E510DB2}">
      <thm15:themeFamily xmlns:thm15="http://schemas.microsoft.com/office/thememl/2012/main" name="Blank.potx" id="{98250CD6-AD06-498A-8FFB-5299DC50AF85}" vid="{9A728165-8461-4F99-90F1-557303A18861}"/>
    </a:ext>
  </a:extLst>
</a:theme>
</file>

<file path=ppt/theme/theme2.xml><?xml version="1.0" encoding="utf-8"?>
<a:theme xmlns:a="http://schemas.openxmlformats.org/drawingml/2006/main" name="Office Theme">
  <a:themeElements>
    <a:clrScheme name="SKF Colour 2023">
      <a:dk1>
        <a:sysClr val="windowText" lastClr="000000"/>
      </a:dk1>
      <a:lt1>
        <a:sysClr val="window" lastClr="FFFFFF"/>
      </a:lt1>
      <a:dk2>
        <a:srgbClr val="5F5F64"/>
      </a:dk2>
      <a:lt2>
        <a:srgbClr val="ECECE0"/>
      </a:lt2>
      <a:accent1>
        <a:srgbClr val="485A64"/>
      </a:accent1>
      <a:accent2>
        <a:srgbClr val="94ABA6"/>
      </a:accent2>
      <a:accent3>
        <a:srgbClr val="264357"/>
      </a:accent3>
      <a:accent4>
        <a:srgbClr val="426460"/>
      </a:accent4>
      <a:accent5>
        <a:srgbClr val="781E93"/>
      </a:accent5>
      <a:accent6>
        <a:srgbClr val="0F58D6"/>
      </a:accent6>
      <a:hlink>
        <a:srgbClr val="0F58D6"/>
      </a:hlink>
      <a:folHlink>
        <a:srgbClr val="781E93"/>
      </a:folHlink>
    </a:clrScheme>
    <a:fontScheme name="SKF Sans">
      <a:majorFont>
        <a:latin typeface="SKF Sans Office Medium"/>
        <a:ea typeface="STKaiti"/>
        <a:cs typeface=""/>
      </a:majorFont>
      <a:minorFont>
        <a:latin typeface="SKF Sans Office"/>
        <a:ea typeface="STKait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KF Colour 2023">
      <a:dk1>
        <a:sysClr val="windowText" lastClr="000000"/>
      </a:dk1>
      <a:lt1>
        <a:sysClr val="window" lastClr="FFFFFF"/>
      </a:lt1>
      <a:dk2>
        <a:srgbClr val="5F5F64"/>
      </a:dk2>
      <a:lt2>
        <a:srgbClr val="ECECE0"/>
      </a:lt2>
      <a:accent1>
        <a:srgbClr val="485A64"/>
      </a:accent1>
      <a:accent2>
        <a:srgbClr val="94ABA6"/>
      </a:accent2>
      <a:accent3>
        <a:srgbClr val="264357"/>
      </a:accent3>
      <a:accent4>
        <a:srgbClr val="426460"/>
      </a:accent4>
      <a:accent5>
        <a:srgbClr val="781E93"/>
      </a:accent5>
      <a:accent6>
        <a:srgbClr val="0F58D6"/>
      </a:accent6>
      <a:hlink>
        <a:srgbClr val="0F58D6"/>
      </a:hlink>
      <a:folHlink>
        <a:srgbClr val="781E93"/>
      </a:folHlink>
    </a:clrScheme>
    <a:fontScheme name="SKF Sans">
      <a:majorFont>
        <a:latin typeface="SKF Sans Office Medium"/>
        <a:ea typeface="STKaiti"/>
        <a:cs typeface=""/>
      </a:majorFont>
      <a:minorFont>
        <a:latin typeface="SKF Sans Office"/>
        <a:ea typeface="STKait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FolderType xmlns="417fc4ae-f7c0-4e62-85d4-d1f9a69877eb" xsi:nil="true"/>
    <Owner xmlns="417fc4ae-f7c0-4e62-85d4-d1f9a69877eb">
      <UserInfo>
        <DisplayName/>
        <AccountId xsi:nil="true"/>
        <AccountType/>
      </UserInfo>
    </Owner>
    <Teachers xmlns="417fc4ae-f7c0-4e62-85d4-d1f9a69877eb">
      <UserInfo>
        <DisplayName/>
        <AccountId xsi:nil="true"/>
        <AccountType/>
      </UserInfo>
    </Teachers>
    <Student_Groups xmlns="417fc4ae-f7c0-4e62-85d4-d1f9a69877eb">
      <UserInfo>
        <DisplayName/>
        <AccountId xsi:nil="true"/>
        <AccountType/>
      </UserInfo>
    </Student_Groups>
    <TeamsChannelId xmlns="417fc4ae-f7c0-4e62-85d4-d1f9a69877eb" xsi:nil="true"/>
    <IsNotebookLocked xmlns="417fc4ae-f7c0-4e62-85d4-d1f9a69877eb" xsi:nil="true"/>
    <NotebookType xmlns="417fc4ae-f7c0-4e62-85d4-d1f9a69877eb" xsi:nil="true"/>
    <CultureName xmlns="417fc4ae-f7c0-4e62-85d4-d1f9a69877eb" xsi:nil="true"/>
    <Invited_Teachers xmlns="417fc4ae-f7c0-4e62-85d4-d1f9a69877eb" xsi:nil="true"/>
    <Self_Registration_Enabled xmlns="417fc4ae-f7c0-4e62-85d4-d1f9a69877eb" xsi:nil="true"/>
    <Has_Teacher_Only_SectionGroup xmlns="417fc4ae-f7c0-4e62-85d4-d1f9a69877eb" xsi:nil="true"/>
    <DefaultSectionNames xmlns="417fc4ae-f7c0-4e62-85d4-d1f9a69877eb" xsi:nil="true"/>
    <Is_Collaboration_Space_Locked xmlns="417fc4ae-f7c0-4e62-85d4-d1f9a69877eb" xsi:nil="true"/>
    <Students xmlns="417fc4ae-f7c0-4e62-85d4-d1f9a69877eb">
      <UserInfo>
        <DisplayName/>
        <AccountId xsi:nil="true"/>
        <AccountType/>
      </UserInfo>
    </Students>
    <Templates xmlns="417fc4ae-f7c0-4e62-85d4-d1f9a69877eb" xsi:nil="true"/>
    <AppVersion xmlns="417fc4ae-f7c0-4e62-85d4-d1f9a69877eb" xsi:nil="true"/>
    <Invited_Students xmlns="417fc4ae-f7c0-4e62-85d4-d1f9a69877e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BA7FB46ED63CD94FBE1B80779427E7CB" ma:contentTypeVersion="28" ma:contentTypeDescription="Skapa ett nytt dokument." ma:contentTypeScope="" ma:versionID="88824b6dcbd31daa9173279ec8d5a5a2">
  <xsd:schema xmlns:xsd="http://www.w3.org/2001/XMLSchema" xmlns:xs="http://www.w3.org/2001/XMLSchema" xmlns:p="http://schemas.microsoft.com/office/2006/metadata/properties" xmlns:ns3="417fc4ae-f7c0-4e62-85d4-d1f9a69877eb" xmlns:ns4="bbd05cc0-7a10-45a4-a67c-63498a5bd299" targetNamespace="http://schemas.microsoft.com/office/2006/metadata/properties" ma:root="true" ma:fieldsID="e54af4e9d038227c8522a0ff94ef41bb" ns3:_="" ns4:_="">
    <xsd:import namespace="417fc4ae-f7c0-4e62-85d4-d1f9a69877eb"/>
    <xsd:import namespace="bbd05cc0-7a10-45a4-a67c-63498a5bd299"/>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4:SharedWithUsers" minOccurs="0"/>
                <xsd:element ref="ns4:SharedWithDetails" minOccurs="0"/>
                <xsd:element ref="ns4:SharingHintHash" minOccurs="0"/>
                <xsd:element ref="ns3:MediaServiceOCR" minOccurs="0"/>
                <xsd:element ref="ns3:NotebookType" minOccurs="0"/>
                <xsd:element ref="ns3:FolderType" minOccurs="0"/>
                <xsd:element ref="ns3:CultureName" minOccurs="0"/>
                <xsd:element ref="ns3:AppVersion" minOccurs="0"/>
                <xsd:element ref="ns3:TeamsChannelId" minOccurs="0"/>
                <xsd:element ref="ns3:Owner" minOccurs="0"/>
                <xsd:element ref="ns3:DefaultSectionNames" minOccurs="0"/>
                <xsd:element ref="ns3:Templates" minOccurs="0"/>
                <xsd:element ref="ns3:Teachers" minOccurs="0"/>
                <xsd:element ref="ns3:Students" minOccurs="0"/>
                <xsd:element ref="ns3:Student_Groups" minOccurs="0"/>
                <xsd:element ref="ns3:Invited_Teachers" minOccurs="0"/>
                <xsd:element ref="ns3:Invited_Students" minOccurs="0"/>
                <xsd:element ref="ns3:Self_Registration_Enabled" minOccurs="0"/>
                <xsd:element ref="ns3:Has_Teacher_Only_SectionGroup" minOccurs="0"/>
                <xsd:element ref="ns3:Is_Collaboration_Space_Locked" minOccurs="0"/>
                <xsd:element ref="ns3:IsNotebookLocked"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7fc4ae-f7c0-4e62-85d4-d1f9a69877eb"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description="" ma:hidden="true" ma:internalName="MediaServiceDateTaken" ma:readOnly="true">
      <xsd:simpleType>
        <xsd:restriction base="dms:Text"/>
      </xsd:simpleType>
    </xsd:element>
    <xsd:element name="MediaServiceAutoTags" ma:index="11" nillable="true" ma:displayName="MediaServiceAutoTags" ma:description="" ma:internalName="MediaServiceAutoTags" ma:readOnly="true">
      <xsd:simpleType>
        <xsd:restriction base="dms:Text"/>
      </xsd:simpleType>
    </xsd:element>
    <xsd:element name="MediaServiceLocation" ma:index="12" nillable="true" ma:displayName="MediaServiceLocation" ma:description="" ma:internalName="MediaServiceLocation"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NotebookType" ma:index="17" nillable="true" ma:displayName="Notebook Type" ma:internalName="NotebookType">
      <xsd:simpleType>
        <xsd:restriction base="dms:Text"/>
      </xsd:simpleType>
    </xsd:element>
    <xsd:element name="FolderType" ma:index="18" nillable="true" ma:displayName="Folder Type" ma:internalName="FolderType">
      <xsd:simpleType>
        <xsd:restriction base="dms:Text"/>
      </xsd:simpleType>
    </xsd:element>
    <xsd:element name="CultureName" ma:index="19" nillable="true" ma:displayName="Culture Name" ma:internalName="CultureName">
      <xsd:simpleType>
        <xsd:restriction base="dms:Text"/>
      </xsd:simpleType>
    </xsd:element>
    <xsd:element name="AppVersion" ma:index="20" nillable="true" ma:displayName="App Version" ma:internalName="AppVersion">
      <xsd:simpleType>
        <xsd:restriction base="dms:Text"/>
      </xsd:simpleType>
    </xsd:element>
    <xsd:element name="TeamsChannelId" ma:index="21" nillable="true" ma:displayName="Teams Channel Id" ma:internalName="TeamsChannelId">
      <xsd:simpleType>
        <xsd:restriction base="dms:Text"/>
      </xsd:simpleType>
    </xsd:element>
    <xsd:element name="Owner" ma:index="22"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faultSectionNames" ma:index="23" nillable="true" ma:displayName="Default Section Names" ma:internalName="DefaultSectionNames">
      <xsd:simpleType>
        <xsd:restriction base="dms:Note">
          <xsd:maxLength value="255"/>
        </xsd:restriction>
      </xsd:simpleType>
    </xsd:element>
    <xsd:element name="Templates" ma:index="24" nillable="true" ma:displayName="Templates" ma:internalName="Templates">
      <xsd:simpleType>
        <xsd:restriction base="dms:Note">
          <xsd:maxLength value="255"/>
        </xsd:restriction>
      </xsd:simpleType>
    </xsd:element>
    <xsd:element name="Teachers" ma:index="25"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6"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7"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Invited_Teachers" ma:index="28" nillable="true" ma:displayName="Invited Teachers" ma:internalName="Invited_Teachers">
      <xsd:simpleType>
        <xsd:restriction base="dms:Note">
          <xsd:maxLength value="255"/>
        </xsd:restriction>
      </xsd:simpleType>
    </xsd:element>
    <xsd:element name="Invited_Students" ma:index="29" nillable="true" ma:displayName="Invited Students" ma:internalName="Invited_Students">
      <xsd:simpleType>
        <xsd:restriction base="dms:Note">
          <xsd:maxLength value="255"/>
        </xsd:restriction>
      </xsd:simpleType>
    </xsd:element>
    <xsd:element name="Self_Registration_Enabled" ma:index="30" nillable="true" ma:displayName="Self Registration Enabled" ma:internalName="Self_Registration_Enabled">
      <xsd:simpleType>
        <xsd:restriction base="dms:Boolean"/>
      </xsd:simpleType>
    </xsd:element>
    <xsd:element name="Has_Teacher_Only_SectionGroup" ma:index="31" nillable="true" ma:displayName="Has Teacher Only SectionGroup" ma:internalName="Has_Teacher_Only_SectionGroup">
      <xsd:simpleType>
        <xsd:restriction base="dms:Boolean"/>
      </xsd:simpleType>
    </xsd:element>
    <xsd:element name="Is_Collaboration_Space_Locked" ma:index="32" nillable="true" ma:displayName="Is Collaboration Space Locked" ma:internalName="Is_Collaboration_Space_Locked">
      <xsd:simpleType>
        <xsd:restriction base="dms:Boolean"/>
      </xsd:simpleType>
    </xsd:element>
    <xsd:element name="IsNotebookLocked" ma:index="33" nillable="true" ma:displayName="Is Notebook Locked" ma:internalName="IsNotebookLocked">
      <xsd:simpleType>
        <xsd:restriction base="dms:Boolean"/>
      </xsd:simpleType>
    </xsd:element>
    <xsd:element name="MediaServiceGenerationTime" ma:index="34" nillable="true" ma:displayName="MediaServiceGenerationTime" ma:hidden="true" ma:internalName="MediaServiceGenerationTime" ma:readOnly="true">
      <xsd:simpleType>
        <xsd:restriction base="dms:Text"/>
      </xsd:simpleType>
    </xsd:element>
    <xsd:element name="MediaServiceEventHashCode" ma:index="35"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bd05cc0-7a10-45a4-a67c-63498a5bd299" elementFormDefault="qualified">
    <xsd:import namespace="http://schemas.microsoft.com/office/2006/documentManagement/types"/>
    <xsd:import namespace="http://schemas.microsoft.com/office/infopath/2007/PartnerControls"/>
    <xsd:element name="SharedWithUsers" ma:index="13" nillable="true" ma:displayName="Delat med"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Delat med information" ma:description="" ma:internalName="SharedWithDetails" ma:readOnly="true">
      <xsd:simpleType>
        <xsd:restriction base="dms:Note">
          <xsd:maxLength value="255"/>
        </xsd:restriction>
      </xsd:simpleType>
    </xsd:element>
    <xsd:element name="SharingHintHash" ma:index="15" nillable="true" ma:displayName="Delar tips, Hash" ma:descriptio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ehållstyp"/>
        <xsd:element ref="dc:title" minOccurs="0" maxOccurs="1" ma:index="4" ma:displayName="Rubri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F595639-027E-4108-8F4B-6DACBA039340}">
  <ds:schemaRefs>
    <ds:schemaRef ds:uri="http://www.w3.org/XML/1998/namespace"/>
    <ds:schemaRef ds:uri="http://purl.org/dc/elements/1.1/"/>
    <ds:schemaRef ds:uri="http://purl.org/dc/terms/"/>
    <ds:schemaRef ds:uri="http://purl.org/dc/dcmitype/"/>
    <ds:schemaRef ds:uri="http://schemas.microsoft.com/office/infopath/2007/PartnerControls"/>
    <ds:schemaRef ds:uri="http://schemas.openxmlformats.org/package/2006/metadata/core-properties"/>
    <ds:schemaRef ds:uri="http://schemas.microsoft.com/office/2006/documentManagement/types"/>
    <ds:schemaRef ds:uri="bbd05cc0-7a10-45a4-a67c-63498a5bd299"/>
    <ds:schemaRef ds:uri="417fc4ae-f7c0-4e62-85d4-d1f9a69877eb"/>
    <ds:schemaRef ds:uri="http://schemas.microsoft.com/office/2006/metadata/properties"/>
  </ds:schemaRefs>
</ds:datastoreItem>
</file>

<file path=customXml/itemProps2.xml><?xml version="1.0" encoding="utf-8"?>
<ds:datastoreItem xmlns:ds="http://schemas.openxmlformats.org/officeDocument/2006/customXml" ds:itemID="{0946BFBA-286F-4644-A472-8EE27EF68DC4}">
  <ds:schemaRefs>
    <ds:schemaRef ds:uri="http://schemas.microsoft.com/sharepoint/v3/contenttype/forms"/>
  </ds:schemaRefs>
</ds:datastoreItem>
</file>

<file path=customXml/itemProps3.xml><?xml version="1.0" encoding="utf-8"?>
<ds:datastoreItem xmlns:ds="http://schemas.openxmlformats.org/officeDocument/2006/customXml" ds:itemID="{C8F9E1A4-2FEE-4083-AEA1-0A37159956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17fc4ae-f7c0-4e62-85d4-d1f9a69877eb"/>
    <ds:schemaRef ds:uri="bbd05cc0-7a10-45a4-a67c-63498a5bd29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ede1376-eff3-448c-a8a5-f3e79c769ae3}" enabled="1" method="Standard" siteId="{41875f2b-33e8-4670-92a8-f643afbb243a}" removed="0"/>
</clbl:labelList>
</file>

<file path=docProps/app.xml><?xml version="1.0" encoding="utf-8"?>
<Properties xmlns="http://schemas.openxmlformats.org/officeDocument/2006/extended-properties" xmlns:vt="http://schemas.openxmlformats.org/officeDocument/2006/docPropsVTypes">
  <Template>blank</Template>
  <TotalTime>961</TotalTime>
  <Words>4239</Words>
  <Application>Microsoft Office PowerPoint</Application>
  <PresentationFormat>Widescreen</PresentationFormat>
  <Paragraphs>495</Paragraphs>
  <Slides>29</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Aptos</vt:lpstr>
      <vt:lpstr>SKF Sans Office Medium</vt:lpstr>
      <vt:lpstr>Courier New</vt:lpstr>
      <vt:lpstr>Times New Roman</vt:lpstr>
      <vt:lpstr>Calibri</vt:lpstr>
      <vt:lpstr>SKF Sans Office</vt:lpstr>
      <vt:lpstr>Arial</vt:lpstr>
      <vt:lpstr>Calibri Light</vt:lpstr>
      <vt:lpstr>SKF 2020</vt:lpstr>
      <vt:lpstr>BEE – Control Board Requirements v1.6</vt:lpstr>
      <vt:lpstr>BEE – Background and Project Objective</vt:lpstr>
      <vt:lpstr>BEE – Control Board Requirements</vt:lpstr>
      <vt:lpstr>BEE – Control Board Requirements</vt:lpstr>
      <vt:lpstr>BEE – Control Board Requirements</vt:lpstr>
      <vt:lpstr>BEE – Control Board Requirements</vt:lpstr>
      <vt:lpstr>Release phase &amp; Max nr pump strokes</vt:lpstr>
      <vt:lpstr>Control unit</vt:lpstr>
      <vt:lpstr>PowerPoint Presentation</vt:lpstr>
      <vt:lpstr>PowerPoint Presentation</vt:lpstr>
      <vt:lpstr>PLC control vs Stand-alone MODES</vt:lpstr>
      <vt:lpstr>PLC control MODE</vt:lpstr>
      <vt:lpstr>Passwords</vt:lpstr>
      <vt:lpstr>Display functionalities</vt:lpstr>
      <vt:lpstr>Display interface</vt:lpstr>
      <vt:lpstr>Leds</vt:lpstr>
      <vt:lpstr>Modes Acronyms</vt:lpstr>
      <vt:lpstr>Mode as pre-requisite for Lubrication cycle set-up</vt:lpstr>
      <vt:lpstr>Mode selection (7 modes)</vt:lpstr>
      <vt:lpstr>Mode – Set-up Single-point Lubricator, Progressive System pump and Single Line System pump Stand-Alone</vt:lpstr>
      <vt:lpstr>Mode – Set-up Multi-point Lubricator Stand-Alone</vt:lpstr>
      <vt:lpstr>Mode – Set-up Progressive System pump and Single Line System pump PLC control</vt:lpstr>
      <vt:lpstr>Mode – Set-up Multi-point Lubricator PLC control</vt:lpstr>
      <vt:lpstr>First filling of the system All modes Stand-Alone</vt:lpstr>
      <vt:lpstr>Mode – Set-up All modes Stand-Alone &amp; PLC Control</vt:lpstr>
      <vt:lpstr>Password 2 setting All modes Stand-Alone &amp; PLC Control</vt:lpstr>
      <vt:lpstr>BEE – Scope and Deliverables</vt:lpstr>
      <vt:lpstr>BEE – Scope and Deliverables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Sunil Suvarna</dc:creator>
  <cp:lastModifiedBy>CEPL FW_02</cp:lastModifiedBy>
  <cp:revision>18</cp:revision>
  <cp:lastPrinted>2024-06-29T04:29:54Z</cp:lastPrinted>
  <dcterms:created xsi:type="dcterms:W3CDTF">2024-05-29T05:09:36Z</dcterms:created>
  <dcterms:modified xsi:type="dcterms:W3CDTF">2025-10-23T12:32:27Z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0x010100BA7FB46ED63CD94FBE1B80779427E7CB</vt:lpwstr>
  </property>
  <property fmtid="{D5CDD505-2E9C-101B-9397-08002B2CF9AE}" pid="3" name="MSIP_Label_479805d7-00d9-4d1b-89a2-5062f56994b7_Enabled">
    <vt:lpwstr>true</vt:lpwstr>
  </property>
  <property fmtid="{D5CDD505-2E9C-101B-9397-08002B2CF9AE}" pid="4" name="MSIP_Label_479805d7-00d9-4d1b-89a2-5062f56994b7_SetDate">
    <vt:lpwstr>2023-03-13T13:59:19Z</vt:lpwstr>
  </property>
  <property fmtid="{D5CDD505-2E9C-101B-9397-08002B2CF9AE}" pid="5" name="MSIP_Label_479805d7-00d9-4d1b-89a2-5062f56994b7_Method">
    <vt:lpwstr>Privileged</vt:lpwstr>
  </property>
  <property fmtid="{D5CDD505-2E9C-101B-9397-08002B2CF9AE}" pid="6" name="MSIP_Label_479805d7-00d9-4d1b-89a2-5062f56994b7_Name">
    <vt:lpwstr>SKF Open</vt:lpwstr>
  </property>
  <property fmtid="{D5CDD505-2E9C-101B-9397-08002B2CF9AE}" pid="7" name="MSIP_Label_479805d7-00d9-4d1b-89a2-5062f56994b7_SiteId">
    <vt:lpwstr>41875f2b-33e8-4670-92a8-f643afbb243a</vt:lpwstr>
  </property>
  <property fmtid="{D5CDD505-2E9C-101B-9397-08002B2CF9AE}" pid="8" name="MSIP_Label_479805d7-00d9-4d1b-89a2-5062f56994b7_ActionId">
    <vt:lpwstr>bacc9d4d-e427-48e0-96d6-21c489e0891c</vt:lpwstr>
  </property>
  <property fmtid="{D5CDD505-2E9C-101B-9397-08002B2CF9AE}" pid="9" name="MSIP_Label_479805d7-00d9-4d1b-89a2-5062f56994b7_ContentBits">
    <vt:lpwstr>0</vt:lpwstr>
  </property>
  <property fmtid="{D5CDD505-2E9C-101B-9397-08002B2CF9AE}" pid="10" name="ClassificationContentMarkingFooterLocations">
    <vt:lpwstr>SKF 2020:5</vt:lpwstr>
  </property>
  <property fmtid="{D5CDD505-2E9C-101B-9397-08002B2CF9AE}" pid="11" name="ClassificationContentMarkingFooterText">
    <vt:lpwstr>Confidentiality: C2 – Internal </vt:lpwstr>
  </property>
</Properties>
</file>